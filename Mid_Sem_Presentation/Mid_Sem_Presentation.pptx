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34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t  Patel" userId="33441a96-4037-441c-b3ff-fda27bc877de" providerId="ADAL" clId="{785CD9B2-4D33-4C19-84B1-6C3913A4E3DD}"/>
    <pc:docChg chg="undo redo custSel addSld delSld modSld sldOrd">
      <pc:chgData name="Het  Patel" userId="33441a96-4037-441c-b3ff-fda27bc877de" providerId="ADAL" clId="{785CD9B2-4D33-4C19-84B1-6C3913A4E3DD}" dt="2026-07-12T15:44:40.631" v="2266" actId="2711"/>
      <pc:docMkLst>
        <pc:docMk/>
      </pc:docMkLst>
      <pc:sldChg chg="addSp delSp modSp del mod">
        <pc:chgData name="Het  Patel" userId="33441a96-4037-441c-b3ff-fda27bc877de" providerId="ADAL" clId="{785CD9B2-4D33-4C19-84B1-6C3913A4E3DD}" dt="2026-07-11T17:09:06.486" v="709" actId="47"/>
        <pc:sldMkLst>
          <pc:docMk/>
          <pc:sldMk cId="0" sldId="256"/>
        </pc:sldMkLst>
        <pc:spChg chg="mod">
          <ac:chgData name="Het  Patel" userId="33441a96-4037-441c-b3ff-fda27bc877de" providerId="ADAL" clId="{785CD9B2-4D33-4C19-84B1-6C3913A4E3DD}" dt="2026-07-11T17:00:49.723" v="582" actId="1076"/>
          <ac:spMkLst>
            <pc:docMk/>
            <pc:sldMk cId="0" sldId="256"/>
            <ac:spMk id="2" creationId="{00000000-0000-0000-0000-000000000000}"/>
          </ac:spMkLst>
        </pc:spChg>
        <pc:spChg chg="del mod">
          <ac:chgData name="Het  Patel" userId="33441a96-4037-441c-b3ff-fda27bc877de" providerId="ADAL" clId="{785CD9B2-4D33-4C19-84B1-6C3913A4E3DD}" dt="2026-07-11T17:01:08.354" v="585" actId="478"/>
          <ac:spMkLst>
            <pc:docMk/>
            <pc:sldMk cId="0" sldId="256"/>
            <ac:spMk id="3" creationId="{00000000-0000-0000-0000-000000000000}"/>
          </ac:spMkLst>
        </pc:spChg>
        <pc:spChg chg="mod">
          <ac:chgData name="Het  Patel" userId="33441a96-4037-441c-b3ff-fda27bc877de" providerId="ADAL" clId="{785CD9B2-4D33-4C19-84B1-6C3913A4E3DD}" dt="2026-07-11T10:45:17.525" v="319" actId="20577"/>
          <ac:spMkLst>
            <pc:docMk/>
            <pc:sldMk cId="0" sldId="256"/>
            <ac:spMk id="4" creationId="{00000000-0000-0000-0000-000000000000}"/>
          </ac:spMkLst>
        </pc:spChg>
        <pc:spChg chg="del">
          <ac:chgData name="Het  Patel" userId="33441a96-4037-441c-b3ff-fda27bc877de" providerId="ADAL" clId="{785CD9B2-4D33-4C19-84B1-6C3913A4E3DD}" dt="2026-07-11T17:00:37.779" v="578" actId="478"/>
          <ac:spMkLst>
            <pc:docMk/>
            <pc:sldMk cId="0" sldId="256"/>
            <ac:spMk id="5" creationId="{00000000-0000-0000-0000-000000000000}"/>
          </ac:spMkLst>
        </pc:spChg>
        <pc:spChg chg="del mod">
          <ac:chgData name="Het  Patel" userId="33441a96-4037-441c-b3ff-fda27bc877de" providerId="ADAL" clId="{785CD9B2-4D33-4C19-84B1-6C3913A4E3DD}" dt="2026-07-11T17:00:40.407" v="580" actId="478"/>
          <ac:spMkLst>
            <pc:docMk/>
            <pc:sldMk cId="0" sldId="256"/>
            <ac:spMk id="6" creationId="{00000000-0000-0000-0000-000000000000}"/>
          </ac:spMkLst>
        </pc:spChg>
        <pc:spChg chg="add mod">
          <ac:chgData name="Het  Patel" userId="33441a96-4037-441c-b3ff-fda27bc877de" providerId="ADAL" clId="{785CD9B2-4D33-4C19-84B1-6C3913A4E3DD}" dt="2026-07-11T17:01:01.236" v="584" actId="1076"/>
          <ac:spMkLst>
            <pc:docMk/>
            <pc:sldMk cId="0" sldId="256"/>
            <ac:spMk id="8" creationId="{51C4B9E3-A663-4F6B-A466-5E8F93C4D2B6}"/>
          </ac:spMkLst>
        </pc:spChg>
        <pc:spChg chg="add del">
          <ac:chgData name="Het  Patel" userId="33441a96-4037-441c-b3ff-fda27bc877de" providerId="ADAL" clId="{785CD9B2-4D33-4C19-84B1-6C3913A4E3DD}" dt="2026-07-11T17:01:46.011" v="589"/>
          <ac:spMkLst>
            <pc:docMk/>
            <pc:sldMk cId="0" sldId="256"/>
            <ac:spMk id="10" creationId="{F44C4CC9-D757-447A-B7C8-218992738A56}"/>
          </ac:spMkLst>
        </pc:spChg>
        <pc:spChg chg="add del">
          <ac:chgData name="Het  Patel" userId="33441a96-4037-441c-b3ff-fda27bc877de" providerId="ADAL" clId="{785CD9B2-4D33-4C19-84B1-6C3913A4E3DD}" dt="2026-07-11T17:01:22.341" v="587" actId="22"/>
          <ac:spMkLst>
            <pc:docMk/>
            <pc:sldMk cId="0" sldId="256"/>
            <ac:spMk id="11" creationId="{E16B8B16-1505-4675-BBCF-9C6E473C0996}"/>
          </ac:spMkLst>
        </pc:spChg>
        <pc:picChg chg="add mod">
          <ac:chgData name="Het  Patel" userId="33441a96-4037-441c-b3ff-fda27bc877de" providerId="ADAL" clId="{785CD9B2-4D33-4C19-84B1-6C3913A4E3DD}" dt="2026-07-11T17:00:56.924" v="583" actId="1076"/>
          <ac:picMkLst>
            <pc:docMk/>
            <pc:sldMk cId="0" sldId="256"/>
            <ac:picMk id="1026" creationId="{27600DEC-DAAB-4C61-ABB8-0C696342F030}"/>
          </ac:picMkLst>
        </pc:picChg>
        <pc:picChg chg="add del">
          <ac:chgData name="Het  Patel" userId="33441a96-4037-441c-b3ff-fda27bc877de" providerId="ADAL" clId="{785CD9B2-4D33-4C19-84B1-6C3913A4E3DD}" dt="2026-07-11T17:01:46.011" v="589"/>
          <ac:picMkLst>
            <pc:docMk/>
            <pc:sldMk cId="0" sldId="256"/>
            <ac:picMk id="1028" creationId="{F39CE77B-1605-412B-BDED-5E3F2625A2F8}"/>
          </ac:picMkLst>
        </pc:picChg>
      </pc:sldChg>
      <pc:sldChg chg="addSp delSp modSp mod">
        <pc:chgData name="Het  Patel" userId="33441a96-4037-441c-b3ff-fda27bc877de" providerId="ADAL" clId="{785CD9B2-4D33-4C19-84B1-6C3913A4E3DD}" dt="2026-07-12T13:10:19.574" v="2148" actId="242"/>
        <pc:sldMkLst>
          <pc:docMk/>
          <pc:sldMk cId="0" sldId="257"/>
        </pc:sldMkLst>
        <pc:spChg chg="mod">
          <ac:chgData name="Het  Patel" userId="33441a96-4037-441c-b3ff-fda27bc877de" providerId="ADAL" clId="{785CD9B2-4D33-4C19-84B1-6C3913A4E3DD}" dt="2026-07-11T17:09:23.716" v="710" actId="2711"/>
          <ac:spMkLst>
            <pc:docMk/>
            <pc:sldMk cId="0" sldId="257"/>
            <ac:spMk id="2" creationId="{00000000-0000-0000-0000-000000000000}"/>
          </ac:spMkLst>
        </pc:spChg>
        <pc:spChg chg="mod">
          <ac:chgData name="Het  Patel" userId="33441a96-4037-441c-b3ff-fda27bc877de" providerId="ADAL" clId="{785CD9B2-4D33-4C19-84B1-6C3913A4E3DD}" dt="2026-07-11T17:09:23.716" v="710" actId="2711"/>
          <ac:spMkLst>
            <pc:docMk/>
            <pc:sldMk cId="0" sldId="257"/>
            <ac:spMk id="3" creationId="{00000000-0000-0000-0000-000000000000}"/>
          </ac:spMkLst>
        </pc:spChg>
        <pc:spChg chg="add mod">
          <ac:chgData name="Het  Patel" userId="33441a96-4037-441c-b3ff-fda27bc877de" providerId="ADAL" clId="{785CD9B2-4D33-4C19-84B1-6C3913A4E3DD}" dt="2026-07-12T12:54:41.353" v="1980" actId="20577"/>
          <ac:spMkLst>
            <pc:docMk/>
            <pc:sldMk cId="0" sldId="257"/>
            <ac:spMk id="4" creationId="{D1DDB72B-20D8-41D1-A12B-82B3C26B5C3F}"/>
          </ac:spMkLst>
        </pc:spChg>
        <pc:spChg chg="del">
          <ac:chgData name="Het  Patel" userId="33441a96-4037-441c-b3ff-fda27bc877de" providerId="ADAL" clId="{785CD9B2-4D33-4C19-84B1-6C3913A4E3DD}" dt="2026-07-11T09:30:51.372" v="139" actId="478"/>
          <ac:spMkLst>
            <pc:docMk/>
            <pc:sldMk cId="0" sldId="257"/>
            <ac:spMk id="5" creationId="{00000000-0000-0000-0000-000000000000}"/>
          </ac:spMkLst>
        </pc:spChg>
        <pc:spChg chg="del">
          <ac:chgData name="Het  Patel" userId="33441a96-4037-441c-b3ff-fda27bc877de" providerId="ADAL" clId="{785CD9B2-4D33-4C19-84B1-6C3913A4E3DD}" dt="2026-07-11T09:30:52.833" v="140" actId="478"/>
          <ac:spMkLst>
            <pc:docMk/>
            <pc:sldMk cId="0" sldId="257"/>
            <ac:spMk id="7" creationId="{00000000-0000-0000-0000-000000000000}"/>
          </ac:spMkLst>
        </pc:spChg>
        <pc:spChg chg="mod">
          <ac:chgData name="Het  Patel" userId="33441a96-4037-441c-b3ff-fda27bc877de" providerId="ADAL" clId="{785CD9B2-4D33-4C19-84B1-6C3913A4E3DD}" dt="2026-07-11T09:32:47.795" v="155" actId="14100"/>
          <ac:spMkLst>
            <pc:docMk/>
            <pc:sldMk cId="0" sldId="257"/>
            <ac:spMk id="8" creationId="{00000000-0000-0000-0000-000000000000}"/>
          </ac:spMkLst>
        </pc:spChg>
        <pc:spChg chg="mod">
          <ac:chgData name="Het  Patel" userId="33441a96-4037-441c-b3ff-fda27bc877de" providerId="ADAL" clId="{785CD9B2-4D33-4C19-84B1-6C3913A4E3DD}" dt="2026-07-11T17:09:23.716" v="710" actId="2711"/>
          <ac:spMkLst>
            <pc:docMk/>
            <pc:sldMk cId="0" sldId="257"/>
            <ac:spMk id="9" creationId="{00000000-0000-0000-0000-000000000000}"/>
          </ac:spMkLst>
        </pc:spChg>
        <pc:spChg chg="mod">
          <ac:chgData name="Het  Patel" userId="33441a96-4037-441c-b3ff-fda27bc877de" providerId="ADAL" clId="{785CD9B2-4D33-4C19-84B1-6C3913A4E3DD}" dt="2026-07-12T13:09:56.351" v="2144" actId="242"/>
          <ac:spMkLst>
            <pc:docMk/>
            <pc:sldMk cId="0" sldId="257"/>
            <ac:spMk id="10" creationId="{00000000-0000-0000-0000-000000000000}"/>
          </ac:spMkLst>
        </pc:spChg>
        <pc:spChg chg="mod">
          <ac:chgData name="Het  Patel" userId="33441a96-4037-441c-b3ff-fda27bc877de" providerId="ADAL" clId="{785CD9B2-4D33-4C19-84B1-6C3913A4E3DD}" dt="2026-07-11T17:09:23.716" v="710" actId="2711"/>
          <ac:spMkLst>
            <pc:docMk/>
            <pc:sldMk cId="0" sldId="257"/>
            <ac:spMk id="11" creationId="{00000000-0000-0000-0000-000000000000}"/>
          </ac:spMkLst>
        </pc:spChg>
        <pc:spChg chg="mod">
          <ac:chgData name="Het  Patel" userId="33441a96-4037-441c-b3ff-fda27bc877de" providerId="ADAL" clId="{785CD9B2-4D33-4C19-84B1-6C3913A4E3DD}" dt="2026-07-12T13:10:19.574" v="2148" actId="242"/>
          <ac:spMkLst>
            <pc:docMk/>
            <pc:sldMk cId="0" sldId="257"/>
            <ac:spMk id="12" creationId="{00000000-0000-0000-0000-000000000000}"/>
          </ac:spMkLst>
        </pc:spChg>
        <pc:spChg chg="mod">
          <ac:chgData name="Het  Patel" userId="33441a96-4037-441c-b3ff-fda27bc877de" providerId="ADAL" clId="{785CD9B2-4D33-4C19-84B1-6C3913A4E3DD}" dt="2026-07-11T17:09:23.716" v="710" actId="2711"/>
          <ac:spMkLst>
            <pc:docMk/>
            <pc:sldMk cId="0" sldId="257"/>
            <ac:spMk id="13" creationId="{00000000-0000-0000-0000-000000000000}"/>
          </ac:spMkLst>
        </pc:spChg>
        <pc:spChg chg="del">
          <ac:chgData name="Het  Patel" userId="33441a96-4037-441c-b3ff-fda27bc877de" providerId="ADAL" clId="{785CD9B2-4D33-4C19-84B1-6C3913A4E3DD}" dt="2026-07-11T10:46:03.903" v="324" actId="478"/>
          <ac:spMkLst>
            <pc:docMk/>
            <pc:sldMk cId="0" sldId="257"/>
            <ac:spMk id="14" creationId="{00000000-0000-0000-0000-000000000000}"/>
          </ac:spMkLst>
        </pc:spChg>
        <pc:spChg chg="add mod ord">
          <ac:chgData name="Het  Patel" userId="33441a96-4037-441c-b3ff-fda27bc877de" providerId="ADAL" clId="{785CD9B2-4D33-4C19-84B1-6C3913A4E3DD}" dt="2026-07-11T09:32:59.826" v="156" actId="14100"/>
          <ac:spMkLst>
            <pc:docMk/>
            <pc:sldMk cId="0" sldId="257"/>
            <ac:spMk id="19" creationId="{1732747F-8F6B-4397-8A92-BA17DE3C7809}"/>
          </ac:spMkLst>
        </pc:spChg>
        <pc:picChg chg="del">
          <ac:chgData name="Het  Patel" userId="33441a96-4037-441c-b3ff-fda27bc877de" providerId="ADAL" clId="{785CD9B2-4D33-4C19-84B1-6C3913A4E3DD}" dt="2026-07-11T09:02:55.911" v="137" actId="478"/>
          <ac:picMkLst>
            <pc:docMk/>
            <pc:sldMk cId="0" sldId="257"/>
            <ac:picMk id="4" creationId="{00000000-0000-0000-0000-000000000000}"/>
          </ac:picMkLst>
        </pc:picChg>
        <pc:picChg chg="del">
          <ac:chgData name="Het  Patel" userId="33441a96-4037-441c-b3ff-fda27bc877de" providerId="ADAL" clId="{785CD9B2-4D33-4C19-84B1-6C3913A4E3DD}" dt="2026-07-11T09:02:56.800" v="138" actId="478"/>
          <ac:picMkLst>
            <pc:docMk/>
            <pc:sldMk cId="0" sldId="257"/>
            <ac:picMk id="6" creationId="{00000000-0000-0000-0000-000000000000}"/>
          </ac:picMkLst>
        </pc:picChg>
        <pc:picChg chg="add del mod">
          <ac:chgData name="Het  Patel" userId="33441a96-4037-441c-b3ff-fda27bc877de" providerId="ADAL" clId="{785CD9B2-4D33-4C19-84B1-6C3913A4E3DD}" dt="2026-07-11T09:31:21.655" v="145" actId="478"/>
          <ac:picMkLst>
            <pc:docMk/>
            <pc:sldMk cId="0" sldId="257"/>
            <ac:picMk id="16" creationId="{386B4F6B-166E-4D85-B322-F1A7068A03B7}"/>
          </ac:picMkLst>
        </pc:picChg>
        <pc:picChg chg="add mod">
          <ac:chgData name="Het  Patel" userId="33441a96-4037-441c-b3ff-fda27bc877de" providerId="ADAL" clId="{785CD9B2-4D33-4C19-84B1-6C3913A4E3DD}" dt="2026-07-11T10:27:46.277" v="228" actId="208"/>
          <ac:picMkLst>
            <pc:docMk/>
            <pc:sldMk cId="0" sldId="257"/>
            <ac:picMk id="18" creationId="{88D25027-E343-45B4-8C87-8B1D47EFF5DC}"/>
          </ac:picMkLst>
        </pc:picChg>
      </pc:sldChg>
      <pc:sldChg chg="delSp modSp mod">
        <pc:chgData name="Het  Patel" userId="33441a96-4037-441c-b3ff-fda27bc877de" providerId="ADAL" clId="{785CD9B2-4D33-4C19-84B1-6C3913A4E3DD}" dt="2026-07-12T13:11:33.449" v="2174" actId="20577"/>
        <pc:sldMkLst>
          <pc:docMk/>
          <pc:sldMk cId="0" sldId="258"/>
        </pc:sldMkLst>
        <pc:spChg chg="mod">
          <ac:chgData name="Het  Patel" userId="33441a96-4037-441c-b3ff-fda27bc877de" providerId="ADAL" clId="{785CD9B2-4D33-4C19-84B1-6C3913A4E3DD}" dt="2026-07-11T17:09:33.648" v="711" actId="2711"/>
          <ac:spMkLst>
            <pc:docMk/>
            <pc:sldMk cId="0" sldId="258"/>
            <ac:spMk id="2" creationId="{00000000-0000-0000-0000-000000000000}"/>
          </ac:spMkLst>
        </pc:spChg>
        <pc:spChg chg="del mod">
          <ac:chgData name="Het  Patel" userId="33441a96-4037-441c-b3ff-fda27bc877de" providerId="ADAL" clId="{785CD9B2-4D33-4C19-84B1-6C3913A4E3DD}" dt="2026-07-11T09:34:54.256" v="187" actId="478"/>
          <ac:spMkLst>
            <pc:docMk/>
            <pc:sldMk cId="0" sldId="258"/>
            <ac:spMk id="3" creationId="{00000000-0000-0000-0000-000000000000}"/>
          </ac:spMkLst>
        </pc:spChg>
        <pc:spChg chg="mod">
          <ac:chgData name="Het  Patel" userId="33441a96-4037-441c-b3ff-fda27bc877de" providerId="ADAL" clId="{785CD9B2-4D33-4C19-84B1-6C3913A4E3DD}" dt="2026-07-12T09:11:19.269" v="1924" actId="207"/>
          <ac:spMkLst>
            <pc:docMk/>
            <pc:sldMk cId="0" sldId="258"/>
            <ac:spMk id="5" creationId="{00000000-0000-0000-0000-000000000000}"/>
          </ac:spMkLst>
        </pc:spChg>
        <pc:spChg chg="mod">
          <ac:chgData name="Het  Patel" userId="33441a96-4037-441c-b3ff-fda27bc877de" providerId="ADAL" clId="{785CD9B2-4D33-4C19-84B1-6C3913A4E3DD}" dt="2026-07-12T13:11:33.449" v="2174" actId="20577"/>
          <ac:spMkLst>
            <pc:docMk/>
            <pc:sldMk cId="0" sldId="258"/>
            <ac:spMk id="6" creationId="{00000000-0000-0000-0000-000000000000}"/>
          </ac:spMkLst>
        </pc:spChg>
        <pc:spChg chg="del">
          <ac:chgData name="Het  Patel" userId="33441a96-4037-441c-b3ff-fda27bc877de" providerId="ADAL" clId="{785CD9B2-4D33-4C19-84B1-6C3913A4E3DD}" dt="2026-07-11T09:34:41.754" v="184" actId="478"/>
          <ac:spMkLst>
            <pc:docMk/>
            <pc:sldMk cId="0" sldId="258"/>
            <ac:spMk id="7" creationId="{00000000-0000-0000-0000-000000000000}"/>
          </ac:spMkLst>
        </pc:spChg>
        <pc:graphicFrameChg chg="mod modGraphic">
          <ac:chgData name="Het  Patel" userId="33441a96-4037-441c-b3ff-fda27bc877de" providerId="ADAL" clId="{785CD9B2-4D33-4C19-84B1-6C3913A4E3DD}" dt="2026-07-12T13:11:08.571" v="2169" actId="5793"/>
          <ac:graphicFrameMkLst>
            <pc:docMk/>
            <pc:sldMk cId="0" sldId="258"/>
            <ac:graphicFrameMk id="4" creationId="{00000000-0000-0000-0000-000000000000}"/>
          </ac:graphicFrameMkLst>
        </pc:graphicFrameChg>
      </pc:sldChg>
      <pc:sldChg chg="addSp delSp modSp mod">
        <pc:chgData name="Het  Patel" userId="33441a96-4037-441c-b3ff-fda27bc877de" providerId="ADAL" clId="{785CD9B2-4D33-4C19-84B1-6C3913A4E3DD}" dt="2026-07-12T04:34:27.320" v="741" actId="478"/>
        <pc:sldMkLst>
          <pc:docMk/>
          <pc:sldMk cId="0" sldId="259"/>
        </pc:sldMkLst>
        <pc:spChg chg="mod">
          <ac:chgData name="Het  Patel" userId="33441a96-4037-441c-b3ff-fda27bc877de" providerId="ADAL" clId="{785CD9B2-4D33-4C19-84B1-6C3913A4E3DD}" dt="2026-07-11T17:10:03.997" v="714" actId="2711"/>
          <ac:spMkLst>
            <pc:docMk/>
            <pc:sldMk cId="0" sldId="259"/>
            <ac:spMk id="2" creationId="{00000000-0000-0000-0000-000000000000}"/>
          </ac:spMkLst>
        </pc:spChg>
        <pc:spChg chg="mod">
          <ac:chgData name="Het  Patel" userId="33441a96-4037-441c-b3ff-fda27bc877de" providerId="ADAL" clId="{785CD9B2-4D33-4C19-84B1-6C3913A4E3DD}" dt="2026-07-11T17:10:03.997" v="714" actId="2711"/>
          <ac:spMkLst>
            <pc:docMk/>
            <pc:sldMk cId="0" sldId="259"/>
            <ac:spMk id="3" creationId="{00000000-0000-0000-0000-000000000000}"/>
          </ac:spMkLst>
        </pc:spChg>
        <pc:spChg chg="del mod">
          <ac:chgData name="Het  Patel" userId="33441a96-4037-441c-b3ff-fda27bc877de" providerId="ADAL" clId="{785CD9B2-4D33-4C19-84B1-6C3913A4E3DD}" dt="2026-07-11T16:20:51.910" v="337" actId="478"/>
          <ac:spMkLst>
            <pc:docMk/>
            <pc:sldMk cId="0" sldId="259"/>
            <ac:spMk id="5" creationId="{00000000-0000-0000-0000-000000000000}"/>
          </ac:spMkLst>
        </pc:spChg>
        <pc:spChg chg="mod">
          <ac:chgData name="Het  Patel" userId="33441a96-4037-441c-b3ff-fda27bc877de" providerId="ADAL" clId="{785CD9B2-4D33-4C19-84B1-6C3913A4E3DD}" dt="2026-07-11T17:10:03.997" v="714" actId="2711"/>
          <ac:spMkLst>
            <pc:docMk/>
            <pc:sldMk cId="0" sldId="259"/>
            <ac:spMk id="7" creationId="{00000000-0000-0000-0000-000000000000}"/>
          </ac:spMkLst>
        </pc:spChg>
        <pc:spChg chg="mod">
          <ac:chgData name="Het  Patel" userId="33441a96-4037-441c-b3ff-fda27bc877de" providerId="ADAL" clId="{785CD9B2-4D33-4C19-84B1-6C3913A4E3DD}" dt="2026-07-11T17:10:03.997" v="714" actId="2711"/>
          <ac:spMkLst>
            <pc:docMk/>
            <pc:sldMk cId="0" sldId="259"/>
            <ac:spMk id="8" creationId="{00000000-0000-0000-0000-000000000000}"/>
          </ac:spMkLst>
        </pc:spChg>
        <pc:spChg chg="mod">
          <ac:chgData name="Het  Patel" userId="33441a96-4037-441c-b3ff-fda27bc877de" providerId="ADAL" clId="{785CD9B2-4D33-4C19-84B1-6C3913A4E3DD}" dt="2026-07-12T04:34:12.410" v="740" actId="20577"/>
          <ac:spMkLst>
            <pc:docMk/>
            <pc:sldMk cId="0" sldId="259"/>
            <ac:spMk id="9" creationId="{00000000-0000-0000-0000-000000000000}"/>
          </ac:spMkLst>
        </pc:spChg>
        <pc:spChg chg="del mod">
          <ac:chgData name="Het  Patel" userId="33441a96-4037-441c-b3ff-fda27bc877de" providerId="ADAL" clId="{785CD9B2-4D33-4C19-84B1-6C3913A4E3DD}" dt="2026-07-12T04:34:27.320" v="741" actId="478"/>
          <ac:spMkLst>
            <pc:docMk/>
            <pc:sldMk cId="0" sldId="259"/>
            <ac:spMk id="10" creationId="{00000000-0000-0000-0000-000000000000}"/>
          </ac:spMkLst>
        </pc:spChg>
        <pc:graphicFrameChg chg="add del mod modGraphic">
          <ac:chgData name="Het  Patel" userId="33441a96-4037-441c-b3ff-fda27bc877de" providerId="ADAL" clId="{785CD9B2-4D33-4C19-84B1-6C3913A4E3DD}" dt="2026-07-11T10:49:36.600" v="330" actId="478"/>
          <ac:graphicFrameMkLst>
            <pc:docMk/>
            <pc:sldMk cId="0" sldId="259"/>
            <ac:graphicFrameMk id="12" creationId="{C57E8DEC-1650-4F92-9B87-39F5750F5713}"/>
          </ac:graphicFrameMkLst>
        </pc:graphicFrameChg>
        <pc:picChg chg="del">
          <ac:chgData name="Het  Patel" userId="33441a96-4037-441c-b3ff-fda27bc877de" providerId="ADAL" clId="{785CD9B2-4D33-4C19-84B1-6C3913A4E3DD}" dt="2026-07-11T16:20:49.465" v="335" actId="478"/>
          <ac:picMkLst>
            <pc:docMk/>
            <pc:sldMk cId="0" sldId="259"/>
            <ac:picMk id="4" creationId="{00000000-0000-0000-0000-000000000000}"/>
          </ac:picMkLst>
        </pc:picChg>
        <pc:picChg chg="mod ord">
          <ac:chgData name="Het  Patel" userId="33441a96-4037-441c-b3ff-fda27bc877de" providerId="ADAL" clId="{785CD9B2-4D33-4C19-84B1-6C3913A4E3DD}" dt="2026-07-11T16:24:33.870" v="375" actId="1076"/>
          <ac:picMkLst>
            <pc:docMk/>
            <pc:sldMk cId="0" sldId="259"/>
            <ac:picMk id="6" creationId="{00000000-0000-0000-0000-000000000000}"/>
          </ac:picMkLst>
        </pc:picChg>
      </pc:sldChg>
      <pc:sldChg chg="addSp delSp modSp mod">
        <pc:chgData name="Het  Patel" userId="33441a96-4037-441c-b3ff-fda27bc877de" providerId="ADAL" clId="{785CD9B2-4D33-4C19-84B1-6C3913A4E3DD}" dt="2026-07-12T13:12:31.340" v="2181" actId="20577"/>
        <pc:sldMkLst>
          <pc:docMk/>
          <pc:sldMk cId="0" sldId="260"/>
        </pc:sldMkLst>
        <pc:spChg chg="mod">
          <ac:chgData name="Het  Patel" userId="33441a96-4037-441c-b3ff-fda27bc877de" providerId="ADAL" clId="{785CD9B2-4D33-4C19-84B1-6C3913A4E3DD}" dt="2026-07-11T17:10:14.609" v="715" actId="2711"/>
          <ac:spMkLst>
            <pc:docMk/>
            <pc:sldMk cId="0" sldId="260"/>
            <ac:spMk id="2" creationId="{00000000-0000-0000-0000-000000000000}"/>
          </ac:spMkLst>
        </pc:spChg>
        <pc:spChg chg="mod">
          <ac:chgData name="Het  Patel" userId="33441a96-4037-441c-b3ff-fda27bc877de" providerId="ADAL" clId="{785CD9B2-4D33-4C19-84B1-6C3913A4E3DD}" dt="2026-07-12T13:08:33.277" v="2135" actId="20577"/>
          <ac:spMkLst>
            <pc:docMk/>
            <pc:sldMk cId="0" sldId="260"/>
            <ac:spMk id="3" creationId="{00000000-0000-0000-0000-000000000000}"/>
          </ac:spMkLst>
        </pc:spChg>
        <pc:spChg chg="del mod">
          <ac:chgData name="Het  Patel" userId="33441a96-4037-441c-b3ff-fda27bc877de" providerId="ADAL" clId="{785CD9B2-4D33-4C19-84B1-6C3913A4E3DD}" dt="2026-07-12T04:34:35.878" v="743" actId="478"/>
          <ac:spMkLst>
            <pc:docMk/>
            <pc:sldMk cId="0" sldId="260"/>
            <ac:spMk id="5" creationId="{00000000-0000-0000-0000-000000000000}"/>
          </ac:spMkLst>
        </pc:spChg>
        <pc:spChg chg="mod">
          <ac:chgData name="Het  Patel" userId="33441a96-4037-441c-b3ff-fda27bc877de" providerId="ADAL" clId="{785CD9B2-4D33-4C19-84B1-6C3913A4E3DD}" dt="2026-07-12T13:09:00.061" v="2138" actId="14100"/>
          <ac:spMkLst>
            <pc:docMk/>
            <pc:sldMk cId="0" sldId="260"/>
            <ac:spMk id="6" creationId="{00000000-0000-0000-0000-000000000000}"/>
          </ac:spMkLst>
        </pc:spChg>
        <pc:spChg chg="mod">
          <ac:chgData name="Het  Patel" userId="33441a96-4037-441c-b3ff-fda27bc877de" providerId="ADAL" clId="{785CD9B2-4D33-4C19-84B1-6C3913A4E3DD}" dt="2026-07-12T13:09:00.061" v="2138" actId="14100"/>
          <ac:spMkLst>
            <pc:docMk/>
            <pc:sldMk cId="0" sldId="260"/>
            <ac:spMk id="7" creationId="{00000000-0000-0000-0000-000000000000}"/>
          </ac:spMkLst>
        </pc:spChg>
        <pc:spChg chg="mod">
          <ac:chgData name="Het  Patel" userId="33441a96-4037-441c-b3ff-fda27bc877de" providerId="ADAL" clId="{785CD9B2-4D33-4C19-84B1-6C3913A4E3DD}" dt="2026-07-12T13:12:15.383" v="2179" actId="242"/>
          <ac:spMkLst>
            <pc:docMk/>
            <pc:sldMk cId="0" sldId="260"/>
            <ac:spMk id="8" creationId="{00000000-0000-0000-0000-000000000000}"/>
          </ac:spMkLst>
        </pc:spChg>
        <pc:spChg chg="mod">
          <ac:chgData name="Het  Patel" userId="33441a96-4037-441c-b3ff-fda27bc877de" providerId="ADAL" clId="{785CD9B2-4D33-4C19-84B1-6C3913A4E3DD}" dt="2026-07-12T13:09:07.596" v="2139" actId="14100"/>
          <ac:spMkLst>
            <pc:docMk/>
            <pc:sldMk cId="0" sldId="260"/>
            <ac:spMk id="9" creationId="{00000000-0000-0000-0000-000000000000}"/>
          </ac:spMkLst>
        </pc:spChg>
        <pc:spChg chg="mod">
          <ac:chgData name="Het  Patel" userId="33441a96-4037-441c-b3ff-fda27bc877de" providerId="ADAL" clId="{785CD9B2-4D33-4C19-84B1-6C3913A4E3DD}" dt="2026-07-12T13:09:00.061" v="2138" actId="14100"/>
          <ac:spMkLst>
            <pc:docMk/>
            <pc:sldMk cId="0" sldId="260"/>
            <ac:spMk id="10" creationId="{00000000-0000-0000-0000-000000000000}"/>
          </ac:spMkLst>
        </pc:spChg>
        <pc:spChg chg="mod">
          <ac:chgData name="Het  Patel" userId="33441a96-4037-441c-b3ff-fda27bc877de" providerId="ADAL" clId="{785CD9B2-4D33-4C19-84B1-6C3913A4E3DD}" dt="2026-07-12T13:12:31.340" v="2181" actId="20577"/>
          <ac:spMkLst>
            <pc:docMk/>
            <pc:sldMk cId="0" sldId="260"/>
            <ac:spMk id="11" creationId="{00000000-0000-0000-0000-000000000000}"/>
          </ac:spMkLst>
        </pc:spChg>
        <pc:spChg chg="del mod">
          <ac:chgData name="Het  Patel" userId="33441a96-4037-441c-b3ff-fda27bc877de" providerId="ADAL" clId="{785CD9B2-4D33-4C19-84B1-6C3913A4E3DD}" dt="2026-07-12T10:59:27.118" v="1927" actId="478"/>
          <ac:spMkLst>
            <pc:docMk/>
            <pc:sldMk cId="0" sldId="260"/>
            <ac:spMk id="12" creationId="{00000000-0000-0000-0000-000000000000}"/>
          </ac:spMkLst>
        </pc:spChg>
        <pc:spChg chg="del mod">
          <ac:chgData name="Het  Patel" userId="33441a96-4037-441c-b3ff-fda27bc877de" providerId="ADAL" clId="{785CD9B2-4D33-4C19-84B1-6C3913A4E3DD}" dt="2026-07-12T10:59:27.118" v="1927" actId="478"/>
          <ac:spMkLst>
            <pc:docMk/>
            <pc:sldMk cId="0" sldId="260"/>
            <ac:spMk id="13" creationId="{00000000-0000-0000-0000-000000000000}"/>
          </ac:spMkLst>
        </pc:spChg>
        <pc:spChg chg="del mod">
          <ac:chgData name="Het  Patel" userId="33441a96-4037-441c-b3ff-fda27bc877de" providerId="ADAL" clId="{785CD9B2-4D33-4C19-84B1-6C3913A4E3DD}" dt="2026-07-12T10:59:27.118" v="1927" actId="478"/>
          <ac:spMkLst>
            <pc:docMk/>
            <pc:sldMk cId="0" sldId="260"/>
            <ac:spMk id="14" creationId="{00000000-0000-0000-0000-000000000000}"/>
          </ac:spMkLst>
        </pc:spChg>
        <pc:spChg chg="del mod">
          <ac:chgData name="Het  Patel" userId="33441a96-4037-441c-b3ff-fda27bc877de" providerId="ADAL" clId="{785CD9B2-4D33-4C19-84B1-6C3913A4E3DD}" dt="2026-07-12T04:34:31.928" v="742" actId="478"/>
          <ac:spMkLst>
            <pc:docMk/>
            <pc:sldMk cId="0" sldId="260"/>
            <ac:spMk id="15" creationId="{00000000-0000-0000-0000-000000000000}"/>
          </ac:spMkLst>
        </pc:spChg>
        <pc:spChg chg="add mod">
          <ac:chgData name="Het  Patel" userId="33441a96-4037-441c-b3ff-fda27bc877de" providerId="ADAL" clId="{785CD9B2-4D33-4C19-84B1-6C3913A4E3DD}" dt="2026-07-12T13:08:47.700" v="2136" actId="1076"/>
          <ac:spMkLst>
            <pc:docMk/>
            <pc:sldMk cId="0" sldId="260"/>
            <ac:spMk id="15" creationId="{1F08A594-0099-41D9-B13C-FD9A6993AD1A}"/>
          </ac:spMkLst>
        </pc:spChg>
        <pc:graphicFrameChg chg="add del mod modGraphic">
          <ac:chgData name="Het  Patel" userId="33441a96-4037-441c-b3ff-fda27bc877de" providerId="ADAL" clId="{785CD9B2-4D33-4C19-84B1-6C3913A4E3DD}" dt="2026-07-11T10:57:06.525" v="333" actId="478"/>
          <ac:graphicFrameMkLst>
            <pc:docMk/>
            <pc:sldMk cId="0" sldId="260"/>
            <ac:graphicFrameMk id="16" creationId="{03D47307-1DD0-4659-B5EE-F2B610B21A8D}"/>
          </ac:graphicFrameMkLst>
        </pc:graphicFrameChg>
        <pc:picChg chg="mod">
          <ac:chgData name="Het  Patel" userId="33441a96-4037-441c-b3ff-fda27bc877de" providerId="ADAL" clId="{785CD9B2-4D33-4C19-84B1-6C3913A4E3DD}" dt="2026-07-12T13:09:10.364" v="2140" actId="14100"/>
          <ac:picMkLst>
            <pc:docMk/>
            <pc:sldMk cId="0" sldId="260"/>
            <ac:picMk id="17" creationId="{EA30EFFB-0E7F-40BA-A2F7-6857996E3B5F}"/>
          </ac:picMkLst>
        </pc:picChg>
      </pc:sldChg>
      <pc:sldChg chg="delSp modSp mod modTransition">
        <pc:chgData name="Het  Patel" userId="33441a96-4037-441c-b3ff-fda27bc877de" providerId="ADAL" clId="{785CD9B2-4D33-4C19-84B1-6C3913A4E3DD}" dt="2026-07-12T12:55:52.463" v="1993" actId="478"/>
        <pc:sldMkLst>
          <pc:docMk/>
          <pc:sldMk cId="0" sldId="261"/>
        </pc:sldMkLst>
        <pc:spChg chg="mod">
          <ac:chgData name="Het  Patel" userId="33441a96-4037-441c-b3ff-fda27bc877de" providerId="ADAL" clId="{785CD9B2-4D33-4C19-84B1-6C3913A4E3DD}" dt="2026-07-11T17:10:32.437" v="716" actId="2711"/>
          <ac:spMkLst>
            <pc:docMk/>
            <pc:sldMk cId="0" sldId="261"/>
            <ac:spMk id="2" creationId="{00000000-0000-0000-0000-000000000000}"/>
          </ac:spMkLst>
        </pc:spChg>
        <pc:spChg chg="mod">
          <ac:chgData name="Het  Patel" userId="33441a96-4037-441c-b3ff-fda27bc877de" providerId="ADAL" clId="{785CD9B2-4D33-4C19-84B1-6C3913A4E3DD}" dt="2026-07-11T17:10:32.437" v="716" actId="2711"/>
          <ac:spMkLst>
            <pc:docMk/>
            <pc:sldMk cId="0" sldId="261"/>
            <ac:spMk id="3" creationId="{00000000-0000-0000-0000-000000000000}"/>
          </ac:spMkLst>
        </pc:spChg>
        <pc:spChg chg="mod">
          <ac:chgData name="Het  Patel" userId="33441a96-4037-441c-b3ff-fda27bc877de" providerId="ADAL" clId="{785CD9B2-4D33-4C19-84B1-6C3913A4E3DD}" dt="2026-07-11T17:10:32.437" v="716" actId="2711"/>
          <ac:spMkLst>
            <pc:docMk/>
            <pc:sldMk cId="0" sldId="261"/>
            <ac:spMk id="4" creationId="{00000000-0000-0000-0000-000000000000}"/>
          </ac:spMkLst>
        </pc:spChg>
        <pc:spChg chg="del">
          <ac:chgData name="Het  Patel" userId="33441a96-4037-441c-b3ff-fda27bc877de" providerId="ADAL" clId="{785CD9B2-4D33-4C19-84B1-6C3913A4E3DD}" dt="2026-07-11T08:40:27.084" v="5" actId="478"/>
          <ac:spMkLst>
            <pc:docMk/>
            <pc:sldMk cId="0" sldId="261"/>
            <ac:spMk id="6" creationId="{00000000-0000-0000-0000-000000000000}"/>
          </ac:spMkLst>
        </pc:spChg>
        <pc:spChg chg="del">
          <ac:chgData name="Het  Patel" userId="33441a96-4037-441c-b3ff-fda27bc877de" providerId="ADAL" clId="{785CD9B2-4D33-4C19-84B1-6C3913A4E3DD}" dt="2026-07-11T08:40:27.084" v="5" actId="478"/>
          <ac:spMkLst>
            <pc:docMk/>
            <pc:sldMk cId="0" sldId="261"/>
            <ac:spMk id="8" creationId="{00000000-0000-0000-0000-000000000000}"/>
          </ac:spMkLst>
        </pc:spChg>
        <pc:spChg chg="del">
          <ac:chgData name="Het  Patel" userId="33441a96-4037-441c-b3ff-fda27bc877de" providerId="ADAL" clId="{785CD9B2-4D33-4C19-84B1-6C3913A4E3DD}" dt="2026-07-11T08:40:27.084" v="5" actId="478"/>
          <ac:spMkLst>
            <pc:docMk/>
            <pc:sldMk cId="0" sldId="261"/>
            <ac:spMk id="10" creationId="{00000000-0000-0000-0000-000000000000}"/>
          </ac:spMkLst>
        </pc:spChg>
        <pc:spChg chg="del mod">
          <ac:chgData name="Het  Patel" userId="33441a96-4037-441c-b3ff-fda27bc877de" providerId="ADAL" clId="{785CD9B2-4D33-4C19-84B1-6C3913A4E3DD}" dt="2026-07-12T12:55:52.463" v="1993" actId="478"/>
          <ac:spMkLst>
            <pc:docMk/>
            <pc:sldMk cId="0" sldId="261"/>
            <ac:spMk id="12" creationId="{00000000-0000-0000-0000-000000000000}"/>
          </ac:spMkLst>
        </pc:spChg>
        <pc:picChg chg="mod">
          <ac:chgData name="Het  Patel" userId="33441a96-4037-441c-b3ff-fda27bc877de" providerId="ADAL" clId="{785CD9B2-4D33-4C19-84B1-6C3913A4E3DD}" dt="2026-07-11T08:40:58.078" v="21" actId="1076"/>
          <ac:picMkLst>
            <pc:docMk/>
            <pc:sldMk cId="0" sldId="261"/>
            <ac:picMk id="5" creationId="{00000000-0000-0000-0000-000000000000}"/>
          </ac:picMkLst>
        </pc:picChg>
        <pc:picChg chg="del">
          <ac:chgData name="Het  Patel" userId="33441a96-4037-441c-b3ff-fda27bc877de" providerId="ADAL" clId="{785CD9B2-4D33-4C19-84B1-6C3913A4E3DD}" dt="2026-07-11T08:40:27.084" v="5" actId="478"/>
          <ac:picMkLst>
            <pc:docMk/>
            <pc:sldMk cId="0" sldId="261"/>
            <ac:picMk id="7" creationId="{00000000-0000-0000-0000-000000000000}"/>
          </ac:picMkLst>
        </pc:picChg>
        <pc:picChg chg="del">
          <ac:chgData name="Het  Patel" userId="33441a96-4037-441c-b3ff-fda27bc877de" providerId="ADAL" clId="{785CD9B2-4D33-4C19-84B1-6C3913A4E3DD}" dt="2026-07-11T08:40:27.084" v="5" actId="478"/>
          <ac:picMkLst>
            <pc:docMk/>
            <pc:sldMk cId="0" sldId="261"/>
            <ac:picMk id="9" creationId="{00000000-0000-0000-0000-000000000000}"/>
          </ac:picMkLst>
        </pc:picChg>
        <pc:picChg chg="del">
          <ac:chgData name="Het  Patel" userId="33441a96-4037-441c-b3ff-fda27bc877de" providerId="ADAL" clId="{785CD9B2-4D33-4C19-84B1-6C3913A4E3DD}" dt="2026-07-11T08:40:27.084" v="5" actId="478"/>
          <ac:picMkLst>
            <pc:docMk/>
            <pc:sldMk cId="0" sldId="261"/>
            <ac:picMk id="11" creationId="{00000000-0000-0000-0000-000000000000}"/>
          </ac:picMkLst>
        </pc:picChg>
      </pc:sldChg>
      <pc:sldChg chg="addSp delSp modSp mod">
        <pc:chgData name="Het  Patel" userId="33441a96-4037-441c-b3ff-fda27bc877de" providerId="ADAL" clId="{785CD9B2-4D33-4C19-84B1-6C3913A4E3DD}" dt="2026-07-12T13:16:01.188" v="2206" actId="404"/>
        <pc:sldMkLst>
          <pc:docMk/>
          <pc:sldMk cId="0" sldId="262"/>
        </pc:sldMkLst>
        <pc:spChg chg="mod">
          <ac:chgData name="Het  Patel" userId="33441a96-4037-441c-b3ff-fda27bc877de" providerId="ADAL" clId="{785CD9B2-4D33-4C19-84B1-6C3913A4E3DD}" dt="2026-07-11T17:11:05.553" v="720" actId="2711"/>
          <ac:spMkLst>
            <pc:docMk/>
            <pc:sldMk cId="0" sldId="262"/>
            <ac:spMk id="2" creationId="{00000000-0000-0000-0000-000000000000}"/>
          </ac:spMkLst>
        </pc:spChg>
        <pc:spChg chg="mod">
          <ac:chgData name="Het  Patel" userId="33441a96-4037-441c-b3ff-fda27bc877de" providerId="ADAL" clId="{785CD9B2-4D33-4C19-84B1-6C3913A4E3DD}" dt="2026-07-11T17:11:05.553" v="720" actId="2711"/>
          <ac:spMkLst>
            <pc:docMk/>
            <pc:sldMk cId="0" sldId="262"/>
            <ac:spMk id="3" creationId="{00000000-0000-0000-0000-000000000000}"/>
          </ac:spMkLst>
        </pc:spChg>
        <pc:spChg chg="del">
          <ac:chgData name="Het  Patel" userId="33441a96-4037-441c-b3ff-fda27bc877de" providerId="ADAL" clId="{785CD9B2-4D33-4C19-84B1-6C3913A4E3DD}" dt="2026-07-11T10:26:27.615" v="216" actId="478"/>
          <ac:spMkLst>
            <pc:docMk/>
            <pc:sldMk cId="0" sldId="262"/>
            <ac:spMk id="4" creationId="{00000000-0000-0000-0000-000000000000}"/>
          </ac:spMkLst>
        </pc:spChg>
        <pc:spChg chg="del">
          <ac:chgData name="Het  Patel" userId="33441a96-4037-441c-b3ff-fda27bc877de" providerId="ADAL" clId="{785CD9B2-4D33-4C19-84B1-6C3913A4E3DD}" dt="2026-07-11T10:26:31.444" v="217" actId="478"/>
          <ac:spMkLst>
            <pc:docMk/>
            <pc:sldMk cId="0" sldId="262"/>
            <ac:spMk id="5" creationId="{00000000-0000-0000-0000-000000000000}"/>
          </ac:spMkLst>
        </pc:spChg>
        <pc:spChg chg="del mod">
          <ac:chgData name="Het  Patel" userId="33441a96-4037-441c-b3ff-fda27bc877de" providerId="ADAL" clId="{785CD9B2-4D33-4C19-84B1-6C3913A4E3DD}" dt="2026-07-11T10:26:35.758" v="219" actId="478"/>
          <ac:spMkLst>
            <pc:docMk/>
            <pc:sldMk cId="0" sldId="262"/>
            <ac:spMk id="6" creationId="{00000000-0000-0000-0000-000000000000}"/>
          </ac:spMkLst>
        </pc:spChg>
        <pc:spChg chg="mod">
          <ac:chgData name="Het  Patel" userId="33441a96-4037-441c-b3ff-fda27bc877de" providerId="ADAL" clId="{785CD9B2-4D33-4C19-84B1-6C3913A4E3DD}" dt="2026-07-12T13:14:41.297" v="2185" actId="14100"/>
          <ac:spMkLst>
            <pc:docMk/>
            <pc:sldMk cId="0" sldId="262"/>
            <ac:spMk id="7" creationId="{00000000-0000-0000-0000-000000000000}"/>
          </ac:spMkLst>
        </pc:spChg>
        <pc:spChg chg="mod">
          <ac:chgData name="Het  Patel" userId="33441a96-4037-441c-b3ff-fda27bc877de" providerId="ADAL" clId="{785CD9B2-4D33-4C19-84B1-6C3913A4E3DD}" dt="2026-07-12T13:16:01.188" v="2206" actId="404"/>
          <ac:spMkLst>
            <pc:docMk/>
            <pc:sldMk cId="0" sldId="262"/>
            <ac:spMk id="8" creationId="{00000000-0000-0000-0000-000000000000}"/>
          </ac:spMkLst>
        </pc:spChg>
        <pc:spChg chg="mod">
          <ac:chgData name="Het  Patel" userId="33441a96-4037-441c-b3ff-fda27bc877de" providerId="ADAL" clId="{785CD9B2-4D33-4C19-84B1-6C3913A4E3DD}" dt="2026-07-12T13:15:13.126" v="2195" actId="242"/>
          <ac:spMkLst>
            <pc:docMk/>
            <pc:sldMk cId="0" sldId="262"/>
            <ac:spMk id="9" creationId="{00000000-0000-0000-0000-000000000000}"/>
          </ac:spMkLst>
        </pc:spChg>
        <pc:spChg chg="mod">
          <ac:chgData name="Het  Patel" userId="33441a96-4037-441c-b3ff-fda27bc877de" providerId="ADAL" clId="{785CD9B2-4D33-4C19-84B1-6C3913A4E3DD}" dt="2026-07-12T13:14:55.018" v="2190" actId="14100"/>
          <ac:spMkLst>
            <pc:docMk/>
            <pc:sldMk cId="0" sldId="262"/>
            <ac:spMk id="10" creationId="{00000000-0000-0000-0000-000000000000}"/>
          </ac:spMkLst>
        </pc:spChg>
        <pc:spChg chg="mod">
          <ac:chgData name="Het  Patel" userId="33441a96-4037-441c-b3ff-fda27bc877de" providerId="ADAL" clId="{785CD9B2-4D33-4C19-84B1-6C3913A4E3DD}" dt="2026-07-12T13:15:19.669" v="2200" actId="404"/>
          <ac:spMkLst>
            <pc:docMk/>
            <pc:sldMk cId="0" sldId="262"/>
            <ac:spMk id="11" creationId="{00000000-0000-0000-0000-000000000000}"/>
          </ac:spMkLst>
        </pc:spChg>
        <pc:spChg chg="mod">
          <ac:chgData name="Het  Patel" userId="33441a96-4037-441c-b3ff-fda27bc877de" providerId="ADAL" clId="{785CD9B2-4D33-4C19-84B1-6C3913A4E3DD}" dt="2026-07-12T13:15:29.832" v="2205" actId="403"/>
          <ac:spMkLst>
            <pc:docMk/>
            <pc:sldMk cId="0" sldId="262"/>
            <ac:spMk id="12" creationId="{00000000-0000-0000-0000-000000000000}"/>
          </ac:spMkLst>
        </pc:spChg>
        <pc:spChg chg="del mod">
          <ac:chgData name="Het  Patel" userId="33441a96-4037-441c-b3ff-fda27bc877de" providerId="ADAL" clId="{785CD9B2-4D33-4C19-84B1-6C3913A4E3DD}" dt="2026-07-12T13:14:26.763" v="2182" actId="478"/>
          <ac:spMkLst>
            <pc:docMk/>
            <pc:sldMk cId="0" sldId="262"/>
            <ac:spMk id="13" creationId="{00000000-0000-0000-0000-000000000000}"/>
          </ac:spMkLst>
        </pc:spChg>
        <pc:spChg chg="del mod">
          <ac:chgData name="Het  Patel" userId="33441a96-4037-441c-b3ff-fda27bc877de" providerId="ADAL" clId="{785CD9B2-4D33-4C19-84B1-6C3913A4E3DD}" dt="2026-07-12T13:14:26.763" v="2182" actId="478"/>
          <ac:spMkLst>
            <pc:docMk/>
            <pc:sldMk cId="0" sldId="262"/>
            <ac:spMk id="14" creationId="{00000000-0000-0000-0000-000000000000}"/>
          </ac:spMkLst>
        </pc:spChg>
        <pc:spChg chg="del mod">
          <ac:chgData name="Het  Patel" userId="33441a96-4037-441c-b3ff-fda27bc877de" providerId="ADAL" clId="{785CD9B2-4D33-4C19-84B1-6C3913A4E3DD}" dt="2026-07-12T13:14:26.763" v="2182" actId="478"/>
          <ac:spMkLst>
            <pc:docMk/>
            <pc:sldMk cId="0" sldId="262"/>
            <ac:spMk id="16" creationId="{00000000-0000-0000-0000-000000000000}"/>
          </ac:spMkLst>
        </pc:spChg>
        <pc:spChg chg="del mod">
          <ac:chgData name="Het  Patel" userId="33441a96-4037-441c-b3ff-fda27bc877de" providerId="ADAL" clId="{785CD9B2-4D33-4C19-84B1-6C3913A4E3DD}" dt="2026-07-12T04:36:46.429" v="763" actId="478"/>
          <ac:spMkLst>
            <pc:docMk/>
            <pc:sldMk cId="0" sldId="262"/>
            <ac:spMk id="17" creationId="{00000000-0000-0000-0000-000000000000}"/>
          </ac:spMkLst>
        </pc:spChg>
        <pc:spChg chg="add mod">
          <ac:chgData name="Het  Patel" userId="33441a96-4037-441c-b3ff-fda27bc877de" providerId="ADAL" clId="{785CD9B2-4D33-4C19-84B1-6C3913A4E3DD}" dt="2026-07-12T12:56:46.209" v="2035" actId="20577"/>
          <ac:spMkLst>
            <pc:docMk/>
            <pc:sldMk cId="0" sldId="262"/>
            <ac:spMk id="17" creationId="{9487573D-20C9-4440-A0B3-3CAD3056871E}"/>
          </ac:spMkLst>
        </pc:spChg>
        <pc:picChg chg="del mod ord">
          <ac:chgData name="Het  Patel" userId="33441a96-4037-441c-b3ff-fda27bc877de" providerId="ADAL" clId="{785CD9B2-4D33-4C19-84B1-6C3913A4E3DD}" dt="2026-07-12T13:14:26.763" v="2182" actId="478"/>
          <ac:picMkLst>
            <pc:docMk/>
            <pc:sldMk cId="0" sldId="262"/>
            <ac:picMk id="15" creationId="{00000000-0000-0000-0000-000000000000}"/>
          </ac:picMkLst>
        </pc:picChg>
        <pc:picChg chg="add mod">
          <ac:chgData name="Het  Patel" userId="33441a96-4037-441c-b3ff-fda27bc877de" providerId="ADAL" clId="{785CD9B2-4D33-4C19-84B1-6C3913A4E3DD}" dt="2026-07-12T13:14:31.776" v="2183" actId="1076"/>
          <ac:picMkLst>
            <pc:docMk/>
            <pc:sldMk cId="0" sldId="262"/>
            <ac:picMk id="19" creationId="{C9A5C060-6334-4896-A32E-184CFC41F056}"/>
          </ac:picMkLst>
        </pc:picChg>
      </pc:sldChg>
      <pc:sldChg chg="addSp delSp modSp mod">
        <pc:chgData name="Het  Patel" userId="33441a96-4037-441c-b3ff-fda27bc877de" providerId="ADAL" clId="{785CD9B2-4D33-4C19-84B1-6C3913A4E3DD}" dt="2026-07-11T17:11:15.984" v="722" actId="2711"/>
        <pc:sldMkLst>
          <pc:docMk/>
          <pc:sldMk cId="0" sldId="263"/>
        </pc:sldMkLst>
        <pc:spChg chg="mod">
          <ac:chgData name="Het  Patel" userId="33441a96-4037-441c-b3ff-fda27bc877de" providerId="ADAL" clId="{785CD9B2-4D33-4C19-84B1-6C3913A4E3DD}" dt="2026-07-11T17:11:15.984" v="722" actId="2711"/>
          <ac:spMkLst>
            <pc:docMk/>
            <pc:sldMk cId="0" sldId="263"/>
            <ac:spMk id="2" creationId="{00000000-0000-0000-0000-000000000000}"/>
          </ac:spMkLst>
        </pc:spChg>
        <pc:spChg chg="mod">
          <ac:chgData name="Het  Patel" userId="33441a96-4037-441c-b3ff-fda27bc877de" providerId="ADAL" clId="{785CD9B2-4D33-4C19-84B1-6C3913A4E3DD}" dt="2026-07-11T17:11:15.984" v="722" actId="2711"/>
          <ac:spMkLst>
            <pc:docMk/>
            <pc:sldMk cId="0" sldId="263"/>
            <ac:spMk id="3" creationId="{00000000-0000-0000-0000-000000000000}"/>
          </ac:spMkLst>
        </pc:spChg>
        <pc:spChg chg="del">
          <ac:chgData name="Het  Patel" userId="33441a96-4037-441c-b3ff-fda27bc877de" providerId="ADAL" clId="{785CD9B2-4D33-4C19-84B1-6C3913A4E3DD}" dt="2026-07-11T10:41:10.047" v="312" actId="478"/>
          <ac:spMkLst>
            <pc:docMk/>
            <pc:sldMk cId="0" sldId="263"/>
            <ac:spMk id="5" creationId="{00000000-0000-0000-0000-000000000000}"/>
          </ac:spMkLst>
        </pc:spChg>
        <pc:spChg chg="del">
          <ac:chgData name="Het  Patel" userId="33441a96-4037-441c-b3ff-fda27bc877de" providerId="ADAL" clId="{785CD9B2-4D33-4C19-84B1-6C3913A4E3DD}" dt="2026-07-11T10:40:21.309" v="303" actId="478"/>
          <ac:spMkLst>
            <pc:docMk/>
            <pc:sldMk cId="0" sldId="263"/>
            <ac:spMk id="6" creationId="{00000000-0000-0000-0000-000000000000}"/>
          </ac:spMkLst>
        </pc:spChg>
        <pc:spChg chg="del">
          <ac:chgData name="Het  Patel" userId="33441a96-4037-441c-b3ff-fda27bc877de" providerId="ADAL" clId="{785CD9B2-4D33-4C19-84B1-6C3913A4E3DD}" dt="2026-07-11T10:40:23.565" v="304" actId="478"/>
          <ac:spMkLst>
            <pc:docMk/>
            <pc:sldMk cId="0" sldId="263"/>
            <ac:spMk id="7" creationId="{00000000-0000-0000-0000-000000000000}"/>
          </ac:spMkLst>
        </pc:spChg>
        <pc:spChg chg="del mod">
          <ac:chgData name="Het  Patel" userId="33441a96-4037-441c-b3ff-fda27bc877de" providerId="ADAL" clId="{785CD9B2-4D33-4C19-84B1-6C3913A4E3DD}" dt="2026-07-11T10:41:37.305" v="316" actId="478"/>
          <ac:spMkLst>
            <pc:docMk/>
            <pc:sldMk cId="0" sldId="263"/>
            <ac:spMk id="8" creationId="{00000000-0000-0000-0000-000000000000}"/>
          </ac:spMkLst>
        </pc:spChg>
        <pc:spChg chg="del mod">
          <ac:chgData name="Het  Patel" userId="33441a96-4037-441c-b3ff-fda27bc877de" providerId="ADAL" clId="{785CD9B2-4D33-4C19-84B1-6C3913A4E3DD}" dt="2026-07-11T10:41:43.604" v="317" actId="478"/>
          <ac:spMkLst>
            <pc:docMk/>
            <pc:sldMk cId="0" sldId="263"/>
            <ac:spMk id="9" creationId="{00000000-0000-0000-0000-000000000000}"/>
          </ac:spMkLst>
        </pc:spChg>
        <pc:spChg chg="del mod">
          <ac:chgData name="Het  Patel" userId="33441a96-4037-441c-b3ff-fda27bc877de" providerId="ADAL" clId="{785CD9B2-4D33-4C19-84B1-6C3913A4E3DD}" dt="2026-07-11T10:41:43.604" v="317" actId="478"/>
          <ac:spMkLst>
            <pc:docMk/>
            <pc:sldMk cId="0" sldId="263"/>
            <ac:spMk id="10" creationId="{00000000-0000-0000-0000-000000000000}"/>
          </ac:spMkLst>
        </pc:spChg>
        <pc:spChg chg="del">
          <ac:chgData name="Het  Patel" userId="33441a96-4037-441c-b3ff-fda27bc877de" providerId="ADAL" clId="{785CD9B2-4D33-4C19-84B1-6C3913A4E3DD}" dt="2026-07-11T16:27:56.098" v="397" actId="478"/>
          <ac:spMkLst>
            <pc:docMk/>
            <pc:sldMk cId="0" sldId="263"/>
            <ac:spMk id="11" creationId="{00000000-0000-0000-0000-000000000000}"/>
          </ac:spMkLst>
        </pc:spChg>
        <pc:picChg chg="del">
          <ac:chgData name="Het  Patel" userId="33441a96-4037-441c-b3ff-fda27bc877de" providerId="ADAL" clId="{785CD9B2-4D33-4C19-84B1-6C3913A4E3DD}" dt="2026-07-11T10:41:06.325" v="311" actId="478"/>
          <ac:picMkLst>
            <pc:docMk/>
            <pc:sldMk cId="0" sldId="263"/>
            <ac:picMk id="4" creationId="{00000000-0000-0000-0000-000000000000}"/>
          </ac:picMkLst>
        </pc:picChg>
        <pc:picChg chg="add del mod">
          <ac:chgData name="Het  Patel" userId="33441a96-4037-441c-b3ff-fda27bc877de" providerId="ADAL" clId="{785CD9B2-4D33-4C19-84B1-6C3913A4E3DD}" dt="2026-07-11T16:51:59.557" v="490" actId="478"/>
          <ac:picMkLst>
            <pc:docMk/>
            <pc:sldMk cId="0" sldId="263"/>
            <ac:picMk id="5" creationId="{223DAC25-9D19-4391-A265-9973F6C231B9}"/>
          </ac:picMkLst>
        </pc:picChg>
        <pc:picChg chg="add mod">
          <ac:chgData name="Het  Patel" userId="33441a96-4037-441c-b3ff-fda27bc877de" providerId="ADAL" clId="{785CD9B2-4D33-4C19-84B1-6C3913A4E3DD}" dt="2026-07-11T16:53:36.126" v="512" actId="1076"/>
          <ac:picMkLst>
            <pc:docMk/>
            <pc:sldMk cId="0" sldId="263"/>
            <ac:picMk id="8" creationId="{B352761B-9B9E-49C0-82C3-369F86E44258}"/>
          </ac:picMkLst>
        </pc:picChg>
        <pc:picChg chg="add mod">
          <ac:chgData name="Het  Patel" userId="33441a96-4037-441c-b3ff-fda27bc877de" providerId="ADAL" clId="{785CD9B2-4D33-4C19-84B1-6C3913A4E3DD}" dt="2026-07-11T16:53:40.552" v="513" actId="1076"/>
          <ac:picMkLst>
            <pc:docMk/>
            <pc:sldMk cId="0" sldId="263"/>
            <ac:picMk id="9" creationId="{2367D9D3-AF74-41EC-B3C2-600C92DC08D4}"/>
          </ac:picMkLst>
        </pc:picChg>
        <pc:picChg chg="add del mod">
          <ac:chgData name="Het  Patel" userId="33441a96-4037-441c-b3ff-fda27bc877de" providerId="ADAL" clId="{785CD9B2-4D33-4C19-84B1-6C3913A4E3DD}" dt="2026-07-11T16:20:31.026" v="334" actId="478"/>
          <ac:picMkLst>
            <pc:docMk/>
            <pc:sldMk cId="0" sldId="263"/>
            <ac:picMk id="13" creationId="{6EBF29E9-2BF4-4B12-B026-8B69F542224F}"/>
          </ac:picMkLst>
        </pc:picChg>
      </pc:sldChg>
      <pc:sldChg chg="addSp delSp modSp mod">
        <pc:chgData name="Het  Patel" userId="33441a96-4037-441c-b3ff-fda27bc877de" providerId="ADAL" clId="{785CD9B2-4D33-4C19-84B1-6C3913A4E3DD}" dt="2026-07-12T15:44:40.631" v="2266" actId="2711"/>
        <pc:sldMkLst>
          <pc:docMk/>
          <pc:sldMk cId="0" sldId="264"/>
        </pc:sldMkLst>
        <pc:spChg chg="mod">
          <ac:chgData name="Het  Patel" userId="33441a96-4037-441c-b3ff-fda27bc877de" providerId="ADAL" clId="{785CD9B2-4D33-4C19-84B1-6C3913A4E3DD}" dt="2026-07-12T04:38:46.585" v="774" actId="403"/>
          <ac:spMkLst>
            <pc:docMk/>
            <pc:sldMk cId="0" sldId="264"/>
            <ac:spMk id="2" creationId="{00000000-0000-0000-0000-000000000000}"/>
          </ac:spMkLst>
        </pc:spChg>
        <pc:spChg chg="del mod">
          <ac:chgData name="Het  Patel" userId="33441a96-4037-441c-b3ff-fda27bc877de" providerId="ADAL" clId="{785CD9B2-4D33-4C19-84B1-6C3913A4E3DD}" dt="2026-07-12T04:38:54.374" v="775" actId="478"/>
          <ac:spMkLst>
            <pc:docMk/>
            <pc:sldMk cId="0" sldId="264"/>
            <ac:spMk id="3" creationId="{00000000-0000-0000-0000-000000000000}"/>
          </ac:spMkLst>
        </pc:spChg>
        <pc:spChg chg="mod">
          <ac:chgData name="Het  Patel" userId="33441a96-4037-441c-b3ff-fda27bc877de" providerId="ADAL" clId="{785CD9B2-4D33-4C19-84B1-6C3913A4E3DD}" dt="2026-07-12T04:38:28.718" v="768" actId="14100"/>
          <ac:spMkLst>
            <pc:docMk/>
            <pc:sldMk cId="0" sldId="264"/>
            <ac:spMk id="4" creationId="{00000000-0000-0000-0000-000000000000}"/>
          </ac:spMkLst>
        </pc:spChg>
        <pc:spChg chg="mod">
          <ac:chgData name="Het  Patel" userId="33441a96-4037-441c-b3ff-fda27bc877de" providerId="ADAL" clId="{785CD9B2-4D33-4C19-84B1-6C3913A4E3DD}" dt="2026-07-12T04:38:58.341" v="777" actId="403"/>
          <ac:spMkLst>
            <pc:docMk/>
            <pc:sldMk cId="0" sldId="264"/>
            <ac:spMk id="5" creationId="{00000000-0000-0000-0000-000000000000}"/>
          </ac:spMkLst>
        </pc:spChg>
        <pc:spChg chg="mod">
          <ac:chgData name="Het  Patel" userId="33441a96-4037-441c-b3ff-fda27bc877de" providerId="ADAL" clId="{785CD9B2-4D33-4C19-84B1-6C3913A4E3DD}" dt="2026-07-12T15:44:40.631" v="2266" actId="2711"/>
          <ac:spMkLst>
            <pc:docMk/>
            <pc:sldMk cId="0" sldId="264"/>
            <ac:spMk id="6" creationId="{00000000-0000-0000-0000-000000000000}"/>
          </ac:spMkLst>
        </pc:spChg>
        <pc:spChg chg="mod">
          <ac:chgData name="Het  Patel" userId="33441a96-4037-441c-b3ff-fda27bc877de" providerId="ADAL" clId="{785CD9B2-4D33-4C19-84B1-6C3913A4E3DD}" dt="2026-07-12T04:38:32.082" v="769" actId="14100"/>
          <ac:spMkLst>
            <pc:docMk/>
            <pc:sldMk cId="0" sldId="264"/>
            <ac:spMk id="7" creationId="{00000000-0000-0000-0000-000000000000}"/>
          </ac:spMkLst>
        </pc:spChg>
        <pc:spChg chg="mod">
          <ac:chgData name="Het  Patel" userId="33441a96-4037-441c-b3ff-fda27bc877de" providerId="ADAL" clId="{785CD9B2-4D33-4C19-84B1-6C3913A4E3DD}" dt="2026-07-12T04:38:39.153" v="772" actId="403"/>
          <ac:spMkLst>
            <pc:docMk/>
            <pc:sldMk cId="0" sldId="264"/>
            <ac:spMk id="8" creationId="{00000000-0000-0000-0000-000000000000}"/>
          </ac:spMkLst>
        </pc:spChg>
        <pc:spChg chg="mod">
          <ac:chgData name="Het  Patel" userId="33441a96-4037-441c-b3ff-fda27bc877de" providerId="ADAL" clId="{785CD9B2-4D33-4C19-84B1-6C3913A4E3DD}" dt="2026-07-12T04:39:21.380" v="785" actId="403"/>
          <ac:spMkLst>
            <pc:docMk/>
            <pc:sldMk cId="0" sldId="264"/>
            <ac:spMk id="9" creationId="{00000000-0000-0000-0000-000000000000}"/>
          </ac:spMkLst>
        </pc:spChg>
        <pc:spChg chg="del mod">
          <ac:chgData name="Het  Patel" userId="33441a96-4037-441c-b3ff-fda27bc877de" providerId="ADAL" clId="{785CD9B2-4D33-4C19-84B1-6C3913A4E3DD}" dt="2026-07-12T04:37:58.247" v="764" actId="478"/>
          <ac:spMkLst>
            <pc:docMk/>
            <pc:sldMk cId="0" sldId="264"/>
            <ac:spMk id="10" creationId="{00000000-0000-0000-0000-000000000000}"/>
          </ac:spMkLst>
        </pc:spChg>
        <pc:spChg chg="del mod">
          <ac:chgData name="Het  Patel" userId="33441a96-4037-441c-b3ff-fda27bc877de" providerId="ADAL" clId="{785CD9B2-4D33-4C19-84B1-6C3913A4E3DD}" dt="2026-07-12T04:38:02.517" v="765" actId="478"/>
          <ac:spMkLst>
            <pc:docMk/>
            <pc:sldMk cId="0" sldId="264"/>
            <ac:spMk id="11" creationId="{00000000-0000-0000-0000-000000000000}"/>
          </ac:spMkLst>
        </pc:spChg>
        <pc:spChg chg="del mod">
          <ac:chgData name="Het  Patel" userId="33441a96-4037-441c-b3ff-fda27bc877de" providerId="ADAL" clId="{785CD9B2-4D33-4C19-84B1-6C3913A4E3DD}" dt="2026-07-12T04:38:02.517" v="765" actId="478"/>
          <ac:spMkLst>
            <pc:docMk/>
            <pc:sldMk cId="0" sldId="264"/>
            <ac:spMk id="12" creationId="{00000000-0000-0000-0000-000000000000}"/>
          </ac:spMkLst>
        </pc:spChg>
        <pc:spChg chg="mod">
          <ac:chgData name="Het  Patel" userId="33441a96-4037-441c-b3ff-fda27bc877de" providerId="ADAL" clId="{785CD9B2-4D33-4C19-84B1-6C3913A4E3DD}" dt="2026-07-12T04:55:12.544" v="1020" actId="1076"/>
          <ac:spMkLst>
            <pc:docMk/>
            <pc:sldMk cId="0" sldId="264"/>
            <ac:spMk id="13" creationId="{00000000-0000-0000-0000-000000000000}"/>
          </ac:spMkLst>
        </pc:spChg>
        <pc:spChg chg="mod">
          <ac:chgData name="Het  Patel" userId="33441a96-4037-441c-b3ff-fda27bc877de" providerId="ADAL" clId="{785CD9B2-4D33-4C19-84B1-6C3913A4E3DD}" dt="2026-07-12T04:50:29.560" v="929" actId="1076"/>
          <ac:spMkLst>
            <pc:docMk/>
            <pc:sldMk cId="0" sldId="264"/>
            <ac:spMk id="14" creationId="{00000000-0000-0000-0000-000000000000}"/>
          </ac:spMkLst>
        </pc:spChg>
        <pc:spChg chg="mod">
          <ac:chgData name="Het  Patel" userId="33441a96-4037-441c-b3ff-fda27bc877de" providerId="ADAL" clId="{785CD9B2-4D33-4C19-84B1-6C3913A4E3DD}" dt="2026-07-12T04:54:26.600" v="1016" actId="1076"/>
          <ac:spMkLst>
            <pc:docMk/>
            <pc:sldMk cId="0" sldId="264"/>
            <ac:spMk id="15" creationId="{00000000-0000-0000-0000-000000000000}"/>
          </ac:spMkLst>
        </pc:spChg>
        <pc:spChg chg="mod">
          <ac:chgData name="Het  Patel" userId="33441a96-4037-441c-b3ff-fda27bc877de" providerId="ADAL" clId="{785CD9B2-4D33-4C19-84B1-6C3913A4E3DD}" dt="2026-07-12T04:51:18.825" v="932" actId="1076"/>
          <ac:spMkLst>
            <pc:docMk/>
            <pc:sldMk cId="0" sldId="264"/>
            <ac:spMk id="16" creationId="{00000000-0000-0000-0000-000000000000}"/>
          </ac:spMkLst>
        </pc:spChg>
        <pc:spChg chg="mod">
          <ac:chgData name="Het  Patel" userId="33441a96-4037-441c-b3ff-fda27bc877de" providerId="ADAL" clId="{785CD9B2-4D33-4C19-84B1-6C3913A4E3DD}" dt="2026-07-12T04:52:09.170" v="937" actId="1076"/>
          <ac:spMkLst>
            <pc:docMk/>
            <pc:sldMk cId="0" sldId="264"/>
            <ac:spMk id="17" creationId="{00000000-0000-0000-0000-000000000000}"/>
          </ac:spMkLst>
        </pc:spChg>
        <pc:spChg chg="mod">
          <ac:chgData name="Het  Patel" userId="33441a96-4037-441c-b3ff-fda27bc877de" providerId="ADAL" clId="{785CD9B2-4D33-4C19-84B1-6C3913A4E3DD}" dt="2026-07-12T04:52:09.170" v="937" actId="1076"/>
          <ac:spMkLst>
            <pc:docMk/>
            <pc:sldMk cId="0" sldId="264"/>
            <ac:spMk id="18" creationId="{00000000-0000-0000-0000-000000000000}"/>
          </ac:spMkLst>
        </pc:spChg>
        <pc:spChg chg="mod">
          <ac:chgData name="Het  Patel" userId="33441a96-4037-441c-b3ff-fda27bc877de" providerId="ADAL" clId="{785CD9B2-4D33-4C19-84B1-6C3913A4E3DD}" dt="2026-07-12T04:52:09.170" v="937" actId="1076"/>
          <ac:spMkLst>
            <pc:docMk/>
            <pc:sldMk cId="0" sldId="264"/>
            <ac:spMk id="19" creationId="{00000000-0000-0000-0000-000000000000}"/>
          </ac:spMkLst>
        </pc:spChg>
        <pc:spChg chg="mod">
          <ac:chgData name="Het  Patel" userId="33441a96-4037-441c-b3ff-fda27bc877de" providerId="ADAL" clId="{785CD9B2-4D33-4C19-84B1-6C3913A4E3DD}" dt="2026-07-12T04:52:09.170" v="937" actId="1076"/>
          <ac:spMkLst>
            <pc:docMk/>
            <pc:sldMk cId="0" sldId="264"/>
            <ac:spMk id="20" creationId="{00000000-0000-0000-0000-000000000000}"/>
          </ac:spMkLst>
        </pc:spChg>
        <pc:spChg chg="mod">
          <ac:chgData name="Het  Patel" userId="33441a96-4037-441c-b3ff-fda27bc877de" providerId="ADAL" clId="{785CD9B2-4D33-4C19-84B1-6C3913A4E3DD}" dt="2026-07-12T04:52:09.170" v="937" actId="1076"/>
          <ac:spMkLst>
            <pc:docMk/>
            <pc:sldMk cId="0" sldId="264"/>
            <ac:spMk id="21" creationId="{00000000-0000-0000-0000-000000000000}"/>
          </ac:spMkLst>
        </pc:spChg>
        <pc:spChg chg="mod">
          <ac:chgData name="Het  Patel" userId="33441a96-4037-441c-b3ff-fda27bc877de" providerId="ADAL" clId="{785CD9B2-4D33-4C19-84B1-6C3913A4E3DD}" dt="2026-07-12T04:52:09.170" v="937" actId="1076"/>
          <ac:spMkLst>
            <pc:docMk/>
            <pc:sldMk cId="0" sldId="264"/>
            <ac:spMk id="22" creationId="{00000000-0000-0000-0000-000000000000}"/>
          </ac:spMkLst>
        </pc:spChg>
        <pc:spChg chg="mod">
          <ac:chgData name="Het  Patel" userId="33441a96-4037-441c-b3ff-fda27bc877de" providerId="ADAL" clId="{785CD9B2-4D33-4C19-84B1-6C3913A4E3DD}" dt="2026-07-12T04:53:48.522" v="1013" actId="20577"/>
          <ac:spMkLst>
            <pc:docMk/>
            <pc:sldMk cId="0" sldId="264"/>
            <ac:spMk id="23" creationId="{00000000-0000-0000-0000-000000000000}"/>
          </ac:spMkLst>
        </pc:spChg>
        <pc:spChg chg="mod">
          <ac:chgData name="Het  Patel" userId="33441a96-4037-441c-b3ff-fda27bc877de" providerId="ADAL" clId="{785CD9B2-4D33-4C19-84B1-6C3913A4E3DD}" dt="2026-07-12T04:55:39.516" v="1030" actId="20577"/>
          <ac:spMkLst>
            <pc:docMk/>
            <pc:sldMk cId="0" sldId="264"/>
            <ac:spMk id="24" creationId="{00000000-0000-0000-0000-000000000000}"/>
          </ac:spMkLst>
        </pc:spChg>
        <pc:spChg chg="mod">
          <ac:chgData name="Het  Patel" userId="33441a96-4037-441c-b3ff-fda27bc877de" providerId="ADAL" clId="{785CD9B2-4D33-4C19-84B1-6C3913A4E3DD}" dt="2026-07-12T04:52:09.170" v="937" actId="1076"/>
          <ac:spMkLst>
            <pc:docMk/>
            <pc:sldMk cId="0" sldId="264"/>
            <ac:spMk id="25" creationId="{00000000-0000-0000-0000-000000000000}"/>
          </ac:spMkLst>
        </pc:spChg>
        <pc:spChg chg="mod">
          <ac:chgData name="Het  Patel" userId="33441a96-4037-441c-b3ff-fda27bc877de" providerId="ADAL" clId="{785CD9B2-4D33-4C19-84B1-6C3913A4E3DD}" dt="2026-07-12T04:52:09.170" v="937" actId="1076"/>
          <ac:spMkLst>
            <pc:docMk/>
            <pc:sldMk cId="0" sldId="264"/>
            <ac:spMk id="26" creationId="{00000000-0000-0000-0000-000000000000}"/>
          </ac:spMkLst>
        </pc:spChg>
        <pc:spChg chg="mod">
          <ac:chgData name="Het  Patel" userId="33441a96-4037-441c-b3ff-fda27bc877de" providerId="ADAL" clId="{785CD9B2-4D33-4C19-84B1-6C3913A4E3DD}" dt="2026-07-12T04:54:57.824" v="1018" actId="1076"/>
          <ac:spMkLst>
            <pc:docMk/>
            <pc:sldMk cId="0" sldId="264"/>
            <ac:spMk id="27" creationId="{00000000-0000-0000-0000-000000000000}"/>
          </ac:spMkLst>
        </pc:spChg>
        <pc:spChg chg="mod">
          <ac:chgData name="Het  Patel" userId="33441a96-4037-441c-b3ff-fda27bc877de" providerId="ADAL" clId="{785CD9B2-4D33-4C19-84B1-6C3913A4E3DD}" dt="2026-07-12T04:55:16.095" v="1021" actId="1076"/>
          <ac:spMkLst>
            <pc:docMk/>
            <pc:sldMk cId="0" sldId="264"/>
            <ac:spMk id="28" creationId="{00000000-0000-0000-0000-000000000000}"/>
          </ac:spMkLst>
        </pc:spChg>
        <pc:spChg chg="mod">
          <ac:chgData name="Het  Patel" userId="33441a96-4037-441c-b3ff-fda27bc877de" providerId="ADAL" clId="{785CD9B2-4D33-4C19-84B1-6C3913A4E3DD}" dt="2026-07-12T04:55:19.978" v="1022" actId="1076"/>
          <ac:spMkLst>
            <pc:docMk/>
            <pc:sldMk cId="0" sldId="264"/>
            <ac:spMk id="29" creationId="{00000000-0000-0000-0000-000000000000}"/>
          </ac:spMkLst>
        </pc:spChg>
        <pc:spChg chg="mod">
          <ac:chgData name="Het  Patel" userId="33441a96-4037-441c-b3ff-fda27bc877de" providerId="ADAL" clId="{785CD9B2-4D33-4C19-84B1-6C3913A4E3DD}" dt="2026-07-12T04:55:24.855" v="1023" actId="1076"/>
          <ac:spMkLst>
            <pc:docMk/>
            <pc:sldMk cId="0" sldId="264"/>
            <ac:spMk id="30" creationId="{00000000-0000-0000-0000-000000000000}"/>
          </ac:spMkLst>
        </pc:spChg>
        <pc:spChg chg="del mod">
          <ac:chgData name="Het  Patel" userId="33441a96-4037-441c-b3ff-fda27bc877de" providerId="ADAL" clId="{785CD9B2-4D33-4C19-84B1-6C3913A4E3DD}" dt="2026-07-12T09:10:03.821" v="1916" actId="478"/>
          <ac:spMkLst>
            <pc:docMk/>
            <pc:sldMk cId="0" sldId="264"/>
            <ac:spMk id="31" creationId="{00000000-0000-0000-0000-000000000000}"/>
          </ac:spMkLst>
        </pc:spChg>
        <pc:spChg chg="add mod">
          <ac:chgData name="Het  Patel" userId="33441a96-4037-441c-b3ff-fda27bc877de" providerId="ADAL" clId="{785CD9B2-4D33-4C19-84B1-6C3913A4E3DD}" dt="2026-07-12T04:52:09.170" v="937" actId="1076"/>
          <ac:spMkLst>
            <pc:docMk/>
            <pc:sldMk cId="0" sldId="264"/>
            <ac:spMk id="32" creationId="{3577317B-6CDA-4EE4-B2C6-AB24A751BA5C}"/>
          </ac:spMkLst>
        </pc:spChg>
        <pc:spChg chg="add mod">
          <ac:chgData name="Het  Patel" userId="33441a96-4037-441c-b3ff-fda27bc877de" providerId="ADAL" clId="{785CD9B2-4D33-4C19-84B1-6C3913A4E3DD}" dt="2026-07-12T04:52:09.170" v="937" actId="1076"/>
          <ac:spMkLst>
            <pc:docMk/>
            <pc:sldMk cId="0" sldId="264"/>
            <ac:spMk id="33" creationId="{F6037502-FB73-4D26-83E3-5C12050CC872}"/>
          </ac:spMkLst>
        </pc:spChg>
        <pc:spChg chg="add mod">
          <ac:chgData name="Het  Patel" userId="33441a96-4037-441c-b3ff-fda27bc877de" providerId="ADAL" clId="{785CD9B2-4D33-4C19-84B1-6C3913A4E3DD}" dt="2026-07-12T04:54:41.568" v="1017" actId="1076"/>
          <ac:spMkLst>
            <pc:docMk/>
            <pc:sldMk cId="0" sldId="264"/>
            <ac:spMk id="34" creationId="{C0A0FDDD-0E95-4EB0-B4E3-72B6D5B597B2}"/>
          </ac:spMkLst>
        </pc:spChg>
        <pc:spChg chg="add mod">
          <ac:chgData name="Het  Patel" userId="33441a96-4037-441c-b3ff-fda27bc877de" providerId="ADAL" clId="{785CD9B2-4D33-4C19-84B1-6C3913A4E3DD}" dt="2026-07-12T04:55:57.371" v="1044" actId="20577"/>
          <ac:spMkLst>
            <pc:docMk/>
            <pc:sldMk cId="0" sldId="264"/>
            <ac:spMk id="35" creationId="{7309519C-6C5E-462B-89D6-553AB8869B59}"/>
          </ac:spMkLst>
        </pc:spChg>
        <pc:spChg chg="add mod">
          <ac:chgData name="Het  Patel" userId="33441a96-4037-441c-b3ff-fda27bc877de" providerId="ADAL" clId="{785CD9B2-4D33-4C19-84B1-6C3913A4E3DD}" dt="2026-07-12T04:54:09.976" v="1015" actId="1076"/>
          <ac:spMkLst>
            <pc:docMk/>
            <pc:sldMk cId="0" sldId="264"/>
            <ac:spMk id="36" creationId="{81D4C418-8779-4EBF-9226-FDFC679E1DC5}"/>
          </ac:spMkLst>
        </pc:spChg>
        <pc:spChg chg="add mod">
          <ac:chgData name="Het  Patel" userId="33441a96-4037-441c-b3ff-fda27bc877de" providerId="ADAL" clId="{785CD9B2-4D33-4C19-84B1-6C3913A4E3DD}" dt="2026-07-12T04:56:15.834" v="1060" actId="113"/>
          <ac:spMkLst>
            <pc:docMk/>
            <pc:sldMk cId="0" sldId="264"/>
            <ac:spMk id="37" creationId="{E8228CD7-DE10-4736-A706-CDD62EBD7A08}"/>
          </ac:spMkLst>
        </pc:spChg>
      </pc:sldChg>
      <pc:sldChg chg="delSp modSp mod">
        <pc:chgData name="Het  Patel" userId="33441a96-4037-441c-b3ff-fda27bc877de" providerId="ADAL" clId="{785CD9B2-4D33-4C19-84B1-6C3913A4E3DD}" dt="2026-07-12T05:51:23.326" v="1472" actId="478"/>
        <pc:sldMkLst>
          <pc:docMk/>
          <pc:sldMk cId="0" sldId="265"/>
        </pc:sldMkLst>
        <pc:spChg chg="mod">
          <ac:chgData name="Het  Patel" userId="33441a96-4037-441c-b3ff-fda27bc877de" providerId="ADAL" clId="{785CD9B2-4D33-4C19-84B1-6C3913A4E3DD}" dt="2026-07-11T17:11:48.058" v="726" actId="2711"/>
          <ac:spMkLst>
            <pc:docMk/>
            <pc:sldMk cId="0" sldId="265"/>
            <ac:spMk id="2" creationId="{00000000-0000-0000-0000-000000000000}"/>
          </ac:spMkLst>
        </pc:spChg>
        <pc:spChg chg="mod">
          <ac:chgData name="Het  Patel" userId="33441a96-4037-441c-b3ff-fda27bc877de" providerId="ADAL" clId="{785CD9B2-4D33-4C19-84B1-6C3913A4E3DD}" dt="2026-07-11T17:11:48.058" v="726" actId="2711"/>
          <ac:spMkLst>
            <pc:docMk/>
            <pc:sldMk cId="0" sldId="265"/>
            <ac:spMk id="3" creationId="{00000000-0000-0000-0000-000000000000}"/>
          </ac:spMkLst>
        </pc:spChg>
        <pc:spChg chg="mod">
          <ac:chgData name="Het  Patel" userId="33441a96-4037-441c-b3ff-fda27bc877de" providerId="ADAL" clId="{785CD9B2-4D33-4C19-84B1-6C3913A4E3DD}" dt="2026-07-12T04:56:57.134" v="1062" actId="20577"/>
          <ac:spMkLst>
            <pc:docMk/>
            <pc:sldMk cId="0" sldId="265"/>
            <ac:spMk id="5" creationId="{00000000-0000-0000-0000-000000000000}"/>
          </ac:spMkLst>
        </pc:spChg>
        <pc:spChg chg="mod">
          <ac:chgData name="Het  Patel" userId="33441a96-4037-441c-b3ff-fda27bc877de" providerId="ADAL" clId="{785CD9B2-4D33-4C19-84B1-6C3913A4E3DD}" dt="2026-07-12T04:57:17.241" v="1091" actId="20577"/>
          <ac:spMkLst>
            <pc:docMk/>
            <pc:sldMk cId="0" sldId="265"/>
            <ac:spMk id="6" creationId="{00000000-0000-0000-0000-000000000000}"/>
          </ac:spMkLst>
        </pc:spChg>
        <pc:spChg chg="mod">
          <ac:chgData name="Het  Patel" userId="33441a96-4037-441c-b3ff-fda27bc877de" providerId="ADAL" clId="{785CD9B2-4D33-4C19-84B1-6C3913A4E3DD}" dt="2026-07-12T04:59:25.497" v="1095" actId="20577"/>
          <ac:spMkLst>
            <pc:docMk/>
            <pc:sldMk cId="0" sldId="265"/>
            <ac:spMk id="8" creationId="{00000000-0000-0000-0000-000000000000}"/>
          </ac:spMkLst>
        </pc:spChg>
        <pc:spChg chg="mod">
          <ac:chgData name="Het  Patel" userId="33441a96-4037-441c-b3ff-fda27bc877de" providerId="ADAL" clId="{785CD9B2-4D33-4C19-84B1-6C3913A4E3DD}" dt="2026-07-12T05:11:46.251" v="1242" actId="20577"/>
          <ac:spMkLst>
            <pc:docMk/>
            <pc:sldMk cId="0" sldId="265"/>
            <ac:spMk id="9" creationId="{00000000-0000-0000-0000-000000000000}"/>
          </ac:spMkLst>
        </pc:spChg>
        <pc:spChg chg="mod">
          <ac:chgData name="Het  Patel" userId="33441a96-4037-441c-b3ff-fda27bc877de" providerId="ADAL" clId="{785CD9B2-4D33-4C19-84B1-6C3913A4E3DD}" dt="2026-07-11T17:11:48.058" v="726" actId="2711"/>
          <ac:spMkLst>
            <pc:docMk/>
            <pc:sldMk cId="0" sldId="265"/>
            <ac:spMk id="11" creationId="{00000000-0000-0000-0000-000000000000}"/>
          </ac:spMkLst>
        </pc:spChg>
        <pc:spChg chg="mod">
          <ac:chgData name="Het  Patel" userId="33441a96-4037-441c-b3ff-fda27bc877de" providerId="ADAL" clId="{785CD9B2-4D33-4C19-84B1-6C3913A4E3DD}" dt="2026-07-12T04:39:49.335" v="788" actId="20577"/>
          <ac:spMkLst>
            <pc:docMk/>
            <pc:sldMk cId="0" sldId="265"/>
            <ac:spMk id="12" creationId="{00000000-0000-0000-0000-000000000000}"/>
          </ac:spMkLst>
        </pc:spChg>
        <pc:spChg chg="mod">
          <ac:chgData name="Het  Patel" userId="33441a96-4037-441c-b3ff-fda27bc877de" providerId="ADAL" clId="{785CD9B2-4D33-4C19-84B1-6C3913A4E3DD}" dt="2026-07-11T10:28:26.221" v="230" actId="207"/>
          <ac:spMkLst>
            <pc:docMk/>
            <pc:sldMk cId="0" sldId="265"/>
            <ac:spMk id="13" creationId="{00000000-0000-0000-0000-000000000000}"/>
          </ac:spMkLst>
        </pc:spChg>
        <pc:spChg chg="mod">
          <ac:chgData name="Het  Patel" userId="33441a96-4037-441c-b3ff-fda27bc877de" providerId="ADAL" clId="{785CD9B2-4D33-4C19-84B1-6C3913A4E3DD}" dt="2026-07-11T17:11:48.058" v="726" actId="2711"/>
          <ac:spMkLst>
            <pc:docMk/>
            <pc:sldMk cId="0" sldId="265"/>
            <ac:spMk id="14" creationId="{00000000-0000-0000-0000-000000000000}"/>
          </ac:spMkLst>
        </pc:spChg>
        <pc:spChg chg="mod">
          <ac:chgData name="Het  Patel" userId="33441a96-4037-441c-b3ff-fda27bc877de" providerId="ADAL" clId="{785CD9B2-4D33-4C19-84B1-6C3913A4E3DD}" dt="2026-07-11T17:11:48.058" v="726" actId="2711"/>
          <ac:spMkLst>
            <pc:docMk/>
            <pc:sldMk cId="0" sldId="265"/>
            <ac:spMk id="15" creationId="{00000000-0000-0000-0000-000000000000}"/>
          </ac:spMkLst>
        </pc:spChg>
        <pc:spChg chg="del mod">
          <ac:chgData name="Het  Patel" userId="33441a96-4037-441c-b3ff-fda27bc877de" providerId="ADAL" clId="{785CD9B2-4D33-4C19-84B1-6C3913A4E3DD}" dt="2026-07-12T05:51:23.326" v="1472" actId="478"/>
          <ac:spMkLst>
            <pc:docMk/>
            <pc:sldMk cId="0" sldId="265"/>
            <ac:spMk id="16" creationId="{00000000-0000-0000-0000-000000000000}"/>
          </ac:spMkLst>
        </pc:spChg>
      </pc:sldChg>
      <pc:sldChg chg="addSp delSp modSp mod">
        <pc:chgData name="Het  Patel" userId="33441a96-4037-441c-b3ff-fda27bc877de" providerId="ADAL" clId="{785CD9B2-4D33-4C19-84B1-6C3913A4E3DD}" dt="2026-07-12T13:17:36.710" v="2207" actId="478"/>
        <pc:sldMkLst>
          <pc:docMk/>
          <pc:sldMk cId="0" sldId="266"/>
        </pc:sldMkLst>
        <pc:spChg chg="mod">
          <ac:chgData name="Het  Patel" userId="33441a96-4037-441c-b3ff-fda27bc877de" providerId="ADAL" clId="{785CD9B2-4D33-4C19-84B1-6C3913A4E3DD}" dt="2026-07-12T05:28:20.693" v="1444" actId="2711"/>
          <ac:spMkLst>
            <pc:docMk/>
            <pc:sldMk cId="0" sldId="266"/>
            <ac:spMk id="2" creationId="{00000000-0000-0000-0000-000000000000}"/>
          </ac:spMkLst>
        </pc:spChg>
        <pc:spChg chg="mod">
          <ac:chgData name="Het  Patel" userId="33441a96-4037-441c-b3ff-fda27bc877de" providerId="ADAL" clId="{785CD9B2-4D33-4C19-84B1-6C3913A4E3DD}" dt="2026-07-12T05:28:20.693" v="1444" actId="2711"/>
          <ac:spMkLst>
            <pc:docMk/>
            <pc:sldMk cId="0" sldId="266"/>
            <ac:spMk id="3" creationId="{00000000-0000-0000-0000-000000000000}"/>
          </ac:spMkLst>
        </pc:spChg>
        <pc:spChg chg="mod">
          <ac:chgData name="Het  Patel" userId="33441a96-4037-441c-b3ff-fda27bc877de" providerId="ADAL" clId="{785CD9B2-4D33-4C19-84B1-6C3913A4E3DD}" dt="2026-07-12T05:28:20.693" v="1444" actId="2711"/>
          <ac:spMkLst>
            <pc:docMk/>
            <pc:sldMk cId="0" sldId="266"/>
            <ac:spMk id="4" creationId="{00000000-0000-0000-0000-000000000000}"/>
          </ac:spMkLst>
        </pc:spChg>
        <pc:spChg chg="mod">
          <ac:chgData name="Het  Patel" userId="33441a96-4037-441c-b3ff-fda27bc877de" providerId="ADAL" clId="{785CD9B2-4D33-4C19-84B1-6C3913A4E3DD}" dt="2026-07-12T05:28:20.693" v="1444" actId="2711"/>
          <ac:spMkLst>
            <pc:docMk/>
            <pc:sldMk cId="0" sldId="266"/>
            <ac:spMk id="5" creationId="{00000000-0000-0000-0000-000000000000}"/>
          </ac:spMkLst>
        </pc:spChg>
        <pc:spChg chg="mod">
          <ac:chgData name="Het  Patel" userId="33441a96-4037-441c-b3ff-fda27bc877de" providerId="ADAL" clId="{785CD9B2-4D33-4C19-84B1-6C3913A4E3DD}" dt="2026-07-12T05:28:20.693" v="1444" actId="2711"/>
          <ac:spMkLst>
            <pc:docMk/>
            <pc:sldMk cId="0" sldId="266"/>
            <ac:spMk id="6" creationId="{00000000-0000-0000-0000-000000000000}"/>
          </ac:spMkLst>
        </pc:spChg>
        <pc:spChg chg="del">
          <ac:chgData name="Het  Patel" userId="33441a96-4037-441c-b3ff-fda27bc877de" providerId="ADAL" clId="{785CD9B2-4D33-4C19-84B1-6C3913A4E3DD}" dt="2026-07-12T05:15:17.260" v="1243" actId="478"/>
          <ac:spMkLst>
            <pc:docMk/>
            <pc:sldMk cId="0" sldId="266"/>
            <ac:spMk id="7" creationId="{00000000-0000-0000-0000-000000000000}"/>
          </ac:spMkLst>
        </pc:spChg>
        <pc:spChg chg="del mod">
          <ac:chgData name="Het  Patel" userId="33441a96-4037-441c-b3ff-fda27bc877de" providerId="ADAL" clId="{785CD9B2-4D33-4C19-84B1-6C3913A4E3DD}" dt="2026-07-12T05:15:23.486" v="1245" actId="478"/>
          <ac:spMkLst>
            <pc:docMk/>
            <pc:sldMk cId="0" sldId="266"/>
            <ac:spMk id="8" creationId="{00000000-0000-0000-0000-000000000000}"/>
          </ac:spMkLst>
        </pc:spChg>
        <pc:spChg chg="del mod">
          <ac:chgData name="Het  Patel" userId="33441a96-4037-441c-b3ff-fda27bc877de" providerId="ADAL" clId="{785CD9B2-4D33-4C19-84B1-6C3913A4E3DD}" dt="2026-07-12T05:15:24.608" v="1246" actId="478"/>
          <ac:spMkLst>
            <pc:docMk/>
            <pc:sldMk cId="0" sldId="266"/>
            <ac:spMk id="9" creationId="{00000000-0000-0000-0000-000000000000}"/>
          </ac:spMkLst>
        </pc:spChg>
        <pc:spChg chg="mod">
          <ac:chgData name="Het  Patel" userId="33441a96-4037-441c-b3ff-fda27bc877de" providerId="ADAL" clId="{785CD9B2-4D33-4C19-84B1-6C3913A4E3DD}" dt="2026-07-12T05:25:01.602" v="1382" actId="14100"/>
          <ac:spMkLst>
            <pc:docMk/>
            <pc:sldMk cId="0" sldId="266"/>
            <ac:spMk id="10" creationId="{00000000-0000-0000-0000-000000000000}"/>
          </ac:spMkLst>
        </pc:spChg>
        <pc:spChg chg="mod">
          <ac:chgData name="Het  Patel" userId="33441a96-4037-441c-b3ff-fda27bc877de" providerId="ADAL" clId="{785CD9B2-4D33-4C19-84B1-6C3913A4E3DD}" dt="2026-07-12T05:28:20.693" v="1444" actId="2711"/>
          <ac:spMkLst>
            <pc:docMk/>
            <pc:sldMk cId="0" sldId="266"/>
            <ac:spMk id="11" creationId="{00000000-0000-0000-0000-000000000000}"/>
          </ac:spMkLst>
        </pc:spChg>
        <pc:spChg chg="mod">
          <ac:chgData name="Het  Patel" userId="33441a96-4037-441c-b3ff-fda27bc877de" providerId="ADAL" clId="{785CD9B2-4D33-4C19-84B1-6C3913A4E3DD}" dt="2026-07-12T05:28:20.693" v="1444" actId="2711"/>
          <ac:spMkLst>
            <pc:docMk/>
            <pc:sldMk cId="0" sldId="266"/>
            <ac:spMk id="12" creationId="{00000000-0000-0000-0000-000000000000}"/>
          </ac:spMkLst>
        </pc:spChg>
        <pc:spChg chg="mod">
          <ac:chgData name="Het  Patel" userId="33441a96-4037-441c-b3ff-fda27bc877de" providerId="ADAL" clId="{785CD9B2-4D33-4C19-84B1-6C3913A4E3DD}" dt="2026-07-12T05:25:32.262" v="1387" actId="14100"/>
          <ac:spMkLst>
            <pc:docMk/>
            <pc:sldMk cId="0" sldId="266"/>
            <ac:spMk id="13" creationId="{00000000-0000-0000-0000-000000000000}"/>
          </ac:spMkLst>
        </pc:spChg>
        <pc:spChg chg="mod">
          <ac:chgData name="Het  Patel" userId="33441a96-4037-441c-b3ff-fda27bc877de" providerId="ADAL" clId="{785CD9B2-4D33-4C19-84B1-6C3913A4E3DD}" dt="2026-07-12T05:28:20.693" v="1444" actId="2711"/>
          <ac:spMkLst>
            <pc:docMk/>
            <pc:sldMk cId="0" sldId="266"/>
            <ac:spMk id="14" creationId="{00000000-0000-0000-0000-000000000000}"/>
          </ac:spMkLst>
        </pc:spChg>
        <pc:spChg chg="mod">
          <ac:chgData name="Het  Patel" userId="33441a96-4037-441c-b3ff-fda27bc877de" providerId="ADAL" clId="{785CD9B2-4D33-4C19-84B1-6C3913A4E3DD}" dt="2026-07-12T05:28:20.693" v="1444" actId="2711"/>
          <ac:spMkLst>
            <pc:docMk/>
            <pc:sldMk cId="0" sldId="266"/>
            <ac:spMk id="15" creationId="{00000000-0000-0000-0000-000000000000}"/>
          </ac:spMkLst>
        </pc:spChg>
        <pc:spChg chg="del mod">
          <ac:chgData name="Het  Patel" userId="33441a96-4037-441c-b3ff-fda27bc877de" providerId="ADAL" clId="{785CD9B2-4D33-4C19-84B1-6C3913A4E3DD}" dt="2026-07-12T13:17:36.710" v="2207" actId="478"/>
          <ac:spMkLst>
            <pc:docMk/>
            <pc:sldMk cId="0" sldId="266"/>
            <ac:spMk id="16" creationId="{00000000-0000-0000-0000-000000000000}"/>
          </ac:spMkLst>
        </pc:spChg>
        <pc:spChg chg="add del">
          <ac:chgData name="Het  Patel" userId="33441a96-4037-441c-b3ff-fda27bc877de" providerId="ADAL" clId="{785CD9B2-4D33-4C19-84B1-6C3913A4E3DD}" dt="2026-07-12T05:17:38.183" v="1263" actId="22"/>
          <ac:spMkLst>
            <pc:docMk/>
            <pc:sldMk cId="0" sldId="266"/>
            <ac:spMk id="18" creationId="{9EFA4E29-2F62-400B-80BA-8C34F2454377}"/>
          </ac:spMkLst>
        </pc:spChg>
        <pc:spChg chg="add del">
          <ac:chgData name="Het  Patel" userId="33441a96-4037-441c-b3ff-fda27bc877de" providerId="ADAL" clId="{785CD9B2-4D33-4C19-84B1-6C3913A4E3DD}" dt="2026-07-12T05:18:06.911" v="1265"/>
          <ac:spMkLst>
            <pc:docMk/>
            <pc:sldMk cId="0" sldId="266"/>
            <ac:spMk id="19" creationId="{358003AC-C809-433D-ADE2-D5C65BC91195}"/>
          </ac:spMkLst>
        </pc:spChg>
        <pc:picChg chg="add mod">
          <ac:chgData name="Het  Patel" userId="33441a96-4037-441c-b3ff-fda27bc877de" providerId="ADAL" clId="{785CD9B2-4D33-4C19-84B1-6C3913A4E3DD}" dt="2026-07-12T05:25:35.472" v="1388" actId="14100"/>
          <ac:picMkLst>
            <pc:docMk/>
            <pc:sldMk cId="0" sldId="266"/>
            <ac:picMk id="20" creationId="{024A3A06-8375-411A-97CA-CA7227BE53AF}"/>
          </ac:picMkLst>
        </pc:picChg>
      </pc:sldChg>
      <pc:sldChg chg="addSp delSp modSp mod">
        <pc:chgData name="Het  Patel" userId="33441a96-4037-441c-b3ff-fda27bc877de" providerId="ADAL" clId="{785CD9B2-4D33-4C19-84B1-6C3913A4E3DD}" dt="2026-07-12T06:05:17.544" v="1728" actId="403"/>
        <pc:sldMkLst>
          <pc:docMk/>
          <pc:sldMk cId="0" sldId="267"/>
        </pc:sldMkLst>
        <pc:spChg chg="mod">
          <ac:chgData name="Het  Patel" userId="33441a96-4037-441c-b3ff-fda27bc877de" providerId="ADAL" clId="{785CD9B2-4D33-4C19-84B1-6C3913A4E3DD}" dt="2026-07-12T05:59:11.762" v="1602" actId="2711"/>
          <ac:spMkLst>
            <pc:docMk/>
            <pc:sldMk cId="0" sldId="267"/>
            <ac:spMk id="2" creationId="{00000000-0000-0000-0000-000000000000}"/>
          </ac:spMkLst>
        </pc:spChg>
        <pc:spChg chg="mod">
          <ac:chgData name="Het  Patel" userId="33441a96-4037-441c-b3ff-fda27bc877de" providerId="ADAL" clId="{785CD9B2-4D33-4C19-84B1-6C3913A4E3DD}" dt="2026-07-12T05:59:11.762" v="1602" actId="2711"/>
          <ac:spMkLst>
            <pc:docMk/>
            <pc:sldMk cId="0" sldId="267"/>
            <ac:spMk id="3" creationId="{00000000-0000-0000-0000-000000000000}"/>
          </ac:spMkLst>
        </pc:spChg>
        <pc:spChg chg="mod">
          <ac:chgData name="Het  Patel" userId="33441a96-4037-441c-b3ff-fda27bc877de" providerId="ADAL" clId="{785CD9B2-4D33-4C19-84B1-6C3913A4E3DD}" dt="2026-07-12T06:05:10.399" v="1726" actId="1076"/>
          <ac:spMkLst>
            <pc:docMk/>
            <pc:sldMk cId="0" sldId="267"/>
            <ac:spMk id="4" creationId="{00000000-0000-0000-0000-000000000000}"/>
          </ac:spMkLst>
        </pc:spChg>
        <pc:spChg chg="mod">
          <ac:chgData name="Het  Patel" userId="33441a96-4037-441c-b3ff-fda27bc877de" providerId="ADAL" clId="{785CD9B2-4D33-4C19-84B1-6C3913A4E3DD}" dt="2026-07-12T06:05:10.399" v="1726" actId="1076"/>
          <ac:spMkLst>
            <pc:docMk/>
            <pc:sldMk cId="0" sldId="267"/>
            <ac:spMk id="5" creationId="{00000000-0000-0000-0000-000000000000}"/>
          </ac:spMkLst>
        </pc:spChg>
        <pc:spChg chg="mod">
          <ac:chgData name="Het  Patel" userId="33441a96-4037-441c-b3ff-fda27bc877de" providerId="ADAL" clId="{785CD9B2-4D33-4C19-84B1-6C3913A4E3DD}" dt="2026-07-12T06:05:10.399" v="1726" actId="1076"/>
          <ac:spMkLst>
            <pc:docMk/>
            <pc:sldMk cId="0" sldId="267"/>
            <ac:spMk id="6" creationId="{00000000-0000-0000-0000-000000000000}"/>
          </ac:spMkLst>
        </pc:spChg>
        <pc:spChg chg="mod">
          <ac:chgData name="Het  Patel" userId="33441a96-4037-441c-b3ff-fda27bc877de" providerId="ADAL" clId="{785CD9B2-4D33-4C19-84B1-6C3913A4E3DD}" dt="2026-07-12T06:05:10.399" v="1726" actId="1076"/>
          <ac:spMkLst>
            <pc:docMk/>
            <pc:sldMk cId="0" sldId="267"/>
            <ac:spMk id="7" creationId="{00000000-0000-0000-0000-000000000000}"/>
          </ac:spMkLst>
        </pc:spChg>
        <pc:spChg chg="mod">
          <ac:chgData name="Het  Patel" userId="33441a96-4037-441c-b3ff-fda27bc877de" providerId="ADAL" clId="{785CD9B2-4D33-4C19-84B1-6C3913A4E3DD}" dt="2026-07-12T06:05:10.399" v="1726" actId="1076"/>
          <ac:spMkLst>
            <pc:docMk/>
            <pc:sldMk cId="0" sldId="267"/>
            <ac:spMk id="8" creationId="{00000000-0000-0000-0000-000000000000}"/>
          </ac:spMkLst>
        </pc:spChg>
        <pc:spChg chg="mod">
          <ac:chgData name="Het  Patel" userId="33441a96-4037-441c-b3ff-fda27bc877de" providerId="ADAL" clId="{785CD9B2-4D33-4C19-84B1-6C3913A4E3DD}" dt="2026-07-12T06:05:10.399" v="1726" actId="1076"/>
          <ac:spMkLst>
            <pc:docMk/>
            <pc:sldMk cId="0" sldId="267"/>
            <ac:spMk id="9" creationId="{00000000-0000-0000-0000-000000000000}"/>
          </ac:spMkLst>
        </pc:spChg>
        <pc:spChg chg="mod">
          <ac:chgData name="Het  Patel" userId="33441a96-4037-441c-b3ff-fda27bc877de" providerId="ADAL" clId="{785CD9B2-4D33-4C19-84B1-6C3913A4E3DD}" dt="2026-07-12T06:05:10.399" v="1726" actId="1076"/>
          <ac:spMkLst>
            <pc:docMk/>
            <pc:sldMk cId="0" sldId="267"/>
            <ac:spMk id="10" creationId="{00000000-0000-0000-0000-000000000000}"/>
          </ac:spMkLst>
        </pc:spChg>
        <pc:spChg chg="mod">
          <ac:chgData name="Het  Patel" userId="33441a96-4037-441c-b3ff-fda27bc877de" providerId="ADAL" clId="{785CD9B2-4D33-4C19-84B1-6C3913A4E3DD}" dt="2026-07-12T06:05:10.399" v="1726" actId="1076"/>
          <ac:spMkLst>
            <pc:docMk/>
            <pc:sldMk cId="0" sldId="267"/>
            <ac:spMk id="11" creationId="{00000000-0000-0000-0000-000000000000}"/>
          </ac:spMkLst>
        </pc:spChg>
        <pc:spChg chg="mod">
          <ac:chgData name="Het  Patel" userId="33441a96-4037-441c-b3ff-fda27bc877de" providerId="ADAL" clId="{785CD9B2-4D33-4C19-84B1-6C3913A4E3DD}" dt="2026-07-12T06:05:10.399" v="1726" actId="1076"/>
          <ac:spMkLst>
            <pc:docMk/>
            <pc:sldMk cId="0" sldId="267"/>
            <ac:spMk id="12" creationId="{00000000-0000-0000-0000-000000000000}"/>
          </ac:spMkLst>
        </pc:spChg>
        <pc:spChg chg="mod">
          <ac:chgData name="Het  Patel" userId="33441a96-4037-441c-b3ff-fda27bc877de" providerId="ADAL" clId="{785CD9B2-4D33-4C19-84B1-6C3913A4E3DD}" dt="2026-07-12T06:05:13.836" v="1727" actId="14100"/>
          <ac:spMkLst>
            <pc:docMk/>
            <pc:sldMk cId="0" sldId="267"/>
            <ac:spMk id="13" creationId="{00000000-0000-0000-0000-000000000000}"/>
          </ac:spMkLst>
        </pc:spChg>
        <pc:spChg chg="mod">
          <ac:chgData name="Het  Patel" userId="33441a96-4037-441c-b3ff-fda27bc877de" providerId="ADAL" clId="{785CD9B2-4D33-4C19-84B1-6C3913A4E3DD}" dt="2026-07-12T06:05:17.544" v="1728" actId="403"/>
          <ac:spMkLst>
            <pc:docMk/>
            <pc:sldMk cId="0" sldId="267"/>
            <ac:spMk id="14" creationId="{00000000-0000-0000-0000-000000000000}"/>
          </ac:spMkLst>
        </pc:spChg>
        <pc:spChg chg="mod">
          <ac:chgData name="Het  Patel" userId="33441a96-4037-441c-b3ff-fda27bc877de" providerId="ADAL" clId="{785CD9B2-4D33-4C19-84B1-6C3913A4E3DD}" dt="2026-07-12T06:04:38.594" v="1724" actId="20577"/>
          <ac:spMkLst>
            <pc:docMk/>
            <pc:sldMk cId="0" sldId="267"/>
            <ac:spMk id="15" creationId="{00000000-0000-0000-0000-000000000000}"/>
          </ac:spMkLst>
        </pc:spChg>
        <pc:spChg chg="del mod">
          <ac:chgData name="Het  Patel" userId="33441a96-4037-441c-b3ff-fda27bc877de" providerId="ADAL" clId="{785CD9B2-4D33-4C19-84B1-6C3913A4E3DD}" dt="2026-07-12T05:51:04.716" v="1471" actId="478"/>
          <ac:spMkLst>
            <pc:docMk/>
            <pc:sldMk cId="0" sldId="267"/>
            <ac:spMk id="16" creationId="{00000000-0000-0000-0000-000000000000}"/>
          </ac:spMkLst>
        </pc:spChg>
        <pc:spChg chg="add del">
          <ac:chgData name="Het  Patel" userId="33441a96-4037-441c-b3ff-fda27bc877de" providerId="ADAL" clId="{785CD9B2-4D33-4C19-84B1-6C3913A4E3DD}" dt="2026-07-12T05:54:02.206" v="1474"/>
          <ac:spMkLst>
            <pc:docMk/>
            <pc:sldMk cId="0" sldId="267"/>
            <ac:spMk id="17" creationId="{AC195E87-0274-4892-BFA0-6AEA4A02B87A}"/>
          </ac:spMkLst>
        </pc:spChg>
        <pc:spChg chg="add del mod">
          <ac:chgData name="Het  Patel" userId="33441a96-4037-441c-b3ff-fda27bc877de" providerId="ADAL" clId="{785CD9B2-4D33-4C19-84B1-6C3913A4E3DD}" dt="2026-07-12T05:54:16.160" v="1481"/>
          <ac:spMkLst>
            <pc:docMk/>
            <pc:sldMk cId="0" sldId="267"/>
            <ac:spMk id="18" creationId="{98208CB5-2A1F-4E67-83AA-3683B8046FAF}"/>
          </ac:spMkLst>
        </pc:spChg>
        <pc:spChg chg="add del">
          <ac:chgData name="Het  Patel" userId="33441a96-4037-441c-b3ff-fda27bc877de" providerId="ADAL" clId="{785CD9B2-4D33-4C19-84B1-6C3913A4E3DD}" dt="2026-07-12T05:55:39.356" v="1509"/>
          <ac:spMkLst>
            <pc:docMk/>
            <pc:sldMk cId="0" sldId="267"/>
            <ac:spMk id="19" creationId="{07350D02-C5D7-4738-A32D-90A3C6FCD288}"/>
          </ac:spMkLst>
        </pc:spChg>
        <pc:spChg chg="add del">
          <ac:chgData name="Het  Patel" userId="33441a96-4037-441c-b3ff-fda27bc877de" providerId="ADAL" clId="{785CD9B2-4D33-4C19-84B1-6C3913A4E3DD}" dt="2026-07-12T05:55:46.403" v="1525"/>
          <ac:spMkLst>
            <pc:docMk/>
            <pc:sldMk cId="0" sldId="267"/>
            <ac:spMk id="20" creationId="{0EB58E31-9352-4169-917D-71ACCA50F727}"/>
          </ac:spMkLst>
        </pc:spChg>
        <pc:spChg chg="add del mod">
          <ac:chgData name="Het  Patel" userId="33441a96-4037-441c-b3ff-fda27bc877de" providerId="ADAL" clId="{785CD9B2-4D33-4C19-84B1-6C3913A4E3DD}" dt="2026-07-12T05:55:46.108" v="1524"/>
          <ac:spMkLst>
            <pc:docMk/>
            <pc:sldMk cId="0" sldId="267"/>
            <ac:spMk id="21" creationId="{25E48167-5143-42D2-862D-C06EEFC93F4A}"/>
          </ac:spMkLst>
        </pc:spChg>
        <pc:spChg chg="add del mod">
          <ac:chgData name="Het  Patel" userId="33441a96-4037-441c-b3ff-fda27bc877de" providerId="ADAL" clId="{785CD9B2-4D33-4C19-84B1-6C3913A4E3DD}" dt="2026-07-12T05:55:45.911" v="1523"/>
          <ac:spMkLst>
            <pc:docMk/>
            <pc:sldMk cId="0" sldId="267"/>
            <ac:spMk id="22" creationId="{B206E318-B545-4490-A3D3-24D6D1E24770}"/>
          </ac:spMkLst>
        </pc:spChg>
        <pc:spChg chg="add del mod">
          <ac:chgData name="Het  Patel" userId="33441a96-4037-441c-b3ff-fda27bc877de" providerId="ADAL" clId="{785CD9B2-4D33-4C19-84B1-6C3913A4E3DD}" dt="2026-07-12T05:55:45.710" v="1522"/>
          <ac:spMkLst>
            <pc:docMk/>
            <pc:sldMk cId="0" sldId="267"/>
            <ac:spMk id="23" creationId="{56532448-D723-498E-BDDA-2F0D77110382}"/>
          </ac:spMkLst>
        </pc:spChg>
        <pc:spChg chg="add del mod">
          <ac:chgData name="Het  Patel" userId="33441a96-4037-441c-b3ff-fda27bc877de" providerId="ADAL" clId="{785CD9B2-4D33-4C19-84B1-6C3913A4E3DD}" dt="2026-07-12T05:55:45.565" v="1521"/>
          <ac:spMkLst>
            <pc:docMk/>
            <pc:sldMk cId="0" sldId="267"/>
            <ac:spMk id="24" creationId="{B35131D2-921F-4995-A7AF-56A1F16D3A6F}"/>
          </ac:spMkLst>
        </pc:spChg>
        <pc:spChg chg="add del mod">
          <ac:chgData name="Het  Patel" userId="33441a96-4037-441c-b3ff-fda27bc877de" providerId="ADAL" clId="{785CD9B2-4D33-4C19-84B1-6C3913A4E3DD}" dt="2026-07-12T05:55:45.349" v="1520"/>
          <ac:spMkLst>
            <pc:docMk/>
            <pc:sldMk cId="0" sldId="267"/>
            <ac:spMk id="25" creationId="{3EF8C536-3DE5-4431-B42F-3DE238C04C6A}"/>
          </ac:spMkLst>
        </pc:spChg>
        <pc:spChg chg="add del mod">
          <ac:chgData name="Het  Patel" userId="33441a96-4037-441c-b3ff-fda27bc877de" providerId="ADAL" clId="{785CD9B2-4D33-4C19-84B1-6C3913A4E3DD}" dt="2026-07-12T05:55:45.169" v="1519"/>
          <ac:spMkLst>
            <pc:docMk/>
            <pc:sldMk cId="0" sldId="267"/>
            <ac:spMk id="26" creationId="{6E9853AE-82D2-41B7-A246-9C2320BAFDDC}"/>
          </ac:spMkLst>
        </pc:spChg>
        <pc:spChg chg="add del mod">
          <ac:chgData name="Het  Patel" userId="33441a96-4037-441c-b3ff-fda27bc877de" providerId="ADAL" clId="{785CD9B2-4D33-4C19-84B1-6C3913A4E3DD}" dt="2026-07-12T05:55:44.806" v="1518"/>
          <ac:spMkLst>
            <pc:docMk/>
            <pc:sldMk cId="0" sldId="267"/>
            <ac:spMk id="27" creationId="{5C99D40E-F6AB-4097-9585-9914B10FEC6D}"/>
          </ac:spMkLst>
        </pc:spChg>
        <pc:spChg chg="add del">
          <ac:chgData name="Het  Patel" userId="33441a96-4037-441c-b3ff-fda27bc877de" providerId="ADAL" clId="{785CD9B2-4D33-4C19-84B1-6C3913A4E3DD}" dt="2026-07-12T05:55:50.560" v="1528"/>
          <ac:spMkLst>
            <pc:docMk/>
            <pc:sldMk cId="0" sldId="267"/>
            <ac:spMk id="28" creationId="{67674439-48F6-4110-A4F7-EBFAEE47AEC0}"/>
          </ac:spMkLst>
        </pc:spChg>
        <pc:spChg chg="add del">
          <ac:chgData name="Het  Patel" userId="33441a96-4037-441c-b3ff-fda27bc877de" providerId="ADAL" clId="{785CD9B2-4D33-4C19-84B1-6C3913A4E3DD}" dt="2026-07-12T05:55:53.294" v="1533"/>
          <ac:spMkLst>
            <pc:docMk/>
            <pc:sldMk cId="0" sldId="267"/>
            <ac:spMk id="29" creationId="{E3FCC7A0-176B-43F6-992A-78F7B3978548}"/>
          </ac:spMkLst>
        </pc:spChg>
        <pc:spChg chg="add del">
          <ac:chgData name="Het  Patel" userId="33441a96-4037-441c-b3ff-fda27bc877de" providerId="ADAL" clId="{785CD9B2-4D33-4C19-84B1-6C3913A4E3DD}" dt="2026-07-12T05:55:58.129" v="1537"/>
          <ac:spMkLst>
            <pc:docMk/>
            <pc:sldMk cId="0" sldId="267"/>
            <ac:spMk id="30" creationId="{49E5AD81-E7CA-4540-B9FE-843D0FE90A77}"/>
          </ac:spMkLst>
        </pc:spChg>
      </pc:sldChg>
      <pc:sldChg chg="delSp modSp add del mod">
        <pc:chgData name="Het  Patel" userId="33441a96-4037-441c-b3ff-fda27bc877de" providerId="ADAL" clId="{785CD9B2-4D33-4C19-84B1-6C3913A4E3DD}" dt="2026-07-12T07:34:58.533" v="1876" actId="47"/>
        <pc:sldMkLst>
          <pc:docMk/>
          <pc:sldMk cId="0" sldId="268"/>
        </pc:sldMkLst>
        <pc:spChg chg="mod">
          <ac:chgData name="Het  Patel" userId="33441a96-4037-441c-b3ff-fda27bc877de" providerId="ADAL" clId="{785CD9B2-4D33-4C19-84B1-6C3913A4E3DD}" dt="2026-07-11T17:12:09.725" v="729" actId="2711"/>
          <ac:spMkLst>
            <pc:docMk/>
            <pc:sldMk cId="0" sldId="268"/>
            <ac:spMk id="2" creationId="{00000000-0000-0000-0000-000000000000}"/>
          </ac:spMkLst>
        </pc:spChg>
        <pc:spChg chg="mod">
          <ac:chgData name="Het  Patel" userId="33441a96-4037-441c-b3ff-fda27bc877de" providerId="ADAL" clId="{785CD9B2-4D33-4C19-84B1-6C3913A4E3DD}" dt="2026-07-11T17:12:09.725" v="729" actId="2711"/>
          <ac:spMkLst>
            <pc:docMk/>
            <pc:sldMk cId="0" sldId="268"/>
            <ac:spMk id="3" creationId="{00000000-0000-0000-0000-000000000000}"/>
          </ac:spMkLst>
        </pc:spChg>
        <pc:spChg chg="mod">
          <ac:chgData name="Het  Patel" userId="33441a96-4037-441c-b3ff-fda27bc877de" providerId="ADAL" clId="{785CD9B2-4D33-4C19-84B1-6C3913A4E3DD}" dt="2026-07-11T17:12:09.725" v="729" actId="2711"/>
          <ac:spMkLst>
            <pc:docMk/>
            <pc:sldMk cId="0" sldId="268"/>
            <ac:spMk id="5" creationId="{00000000-0000-0000-0000-000000000000}"/>
          </ac:spMkLst>
        </pc:spChg>
        <pc:spChg chg="mod">
          <ac:chgData name="Het  Patel" userId="33441a96-4037-441c-b3ff-fda27bc877de" providerId="ADAL" clId="{785CD9B2-4D33-4C19-84B1-6C3913A4E3DD}" dt="2026-07-11T17:12:09.725" v="729" actId="2711"/>
          <ac:spMkLst>
            <pc:docMk/>
            <pc:sldMk cId="0" sldId="268"/>
            <ac:spMk id="6" creationId="{00000000-0000-0000-0000-000000000000}"/>
          </ac:spMkLst>
        </pc:spChg>
        <pc:spChg chg="mod">
          <ac:chgData name="Het  Patel" userId="33441a96-4037-441c-b3ff-fda27bc877de" providerId="ADAL" clId="{785CD9B2-4D33-4C19-84B1-6C3913A4E3DD}" dt="2026-07-11T17:12:09.725" v="729" actId="2711"/>
          <ac:spMkLst>
            <pc:docMk/>
            <pc:sldMk cId="0" sldId="268"/>
            <ac:spMk id="8" creationId="{00000000-0000-0000-0000-000000000000}"/>
          </ac:spMkLst>
        </pc:spChg>
        <pc:spChg chg="mod">
          <ac:chgData name="Het  Patel" userId="33441a96-4037-441c-b3ff-fda27bc877de" providerId="ADAL" clId="{785CD9B2-4D33-4C19-84B1-6C3913A4E3DD}" dt="2026-07-11T17:12:09.725" v="729" actId="2711"/>
          <ac:spMkLst>
            <pc:docMk/>
            <pc:sldMk cId="0" sldId="268"/>
            <ac:spMk id="9" creationId="{00000000-0000-0000-0000-000000000000}"/>
          </ac:spMkLst>
        </pc:spChg>
        <pc:spChg chg="mod">
          <ac:chgData name="Het  Patel" userId="33441a96-4037-441c-b3ff-fda27bc877de" providerId="ADAL" clId="{785CD9B2-4D33-4C19-84B1-6C3913A4E3DD}" dt="2026-07-12T05:50:42.007" v="1469" actId="207"/>
          <ac:spMkLst>
            <pc:docMk/>
            <pc:sldMk cId="0" sldId="268"/>
            <ac:spMk id="10" creationId="{00000000-0000-0000-0000-000000000000}"/>
          </ac:spMkLst>
        </pc:spChg>
        <pc:spChg chg="mod">
          <ac:chgData name="Het  Patel" userId="33441a96-4037-441c-b3ff-fda27bc877de" providerId="ADAL" clId="{785CD9B2-4D33-4C19-84B1-6C3913A4E3DD}" dt="2026-07-11T17:12:09.725" v="729" actId="2711"/>
          <ac:spMkLst>
            <pc:docMk/>
            <pc:sldMk cId="0" sldId="268"/>
            <ac:spMk id="11" creationId="{00000000-0000-0000-0000-000000000000}"/>
          </ac:spMkLst>
        </pc:spChg>
        <pc:spChg chg="mod">
          <ac:chgData name="Het  Patel" userId="33441a96-4037-441c-b3ff-fda27bc877de" providerId="ADAL" clId="{785CD9B2-4D33-4C19-84B1-6C3913A4E3DD}" dt="2026-07-11T17:12:09.725" v="729" actId="2711"/>
          <ac:spMkLst>
            <pc:docMk/>
            <pc:sldMk cId="0" sldId="268"/>
            <ac:spMk id="12" creationId="{00000000-0000-0000-0000-000000000000}"/>
          </ac:spMkLst>
        </pc:spChg>
        <pc:spChg chg="mod">
          <ac:chgData name="Het  Patel" userId="33441a96-4037-441c-b3ff-fda27bc877de" providerId="ADAL" clId="{785CD9B2-4D33-4C19-84B1-6C3913A4E3DD}" dt="2026-07-11T17:12:09.725" v="729" actId="2711"/>
          <ac:spMkLst>
            <pc:docMk/>
            <pc:sldMk cId="0" sldId="268"/>
            <ac:spMk id="14" creationId="{00000000-0000-0000-0000-000000000000}"/>
          </ac:spMkLst>
        </pc:spChg>
        <pc:spChg chg="del mod">
          <ac:chgData name="Het  Patel" userId="33441a96-4037-441c-b3ff-fda27bc877de" providerId="ADAL" clId="{785CD9B2-4D33-4C19-84B1-6C3913A4E3DD}" dt="2026-07-12T05:51:00.073" v="1470" actId="478"/>
          <ac:spMkLst>
            <pc:docMk/>
            <pc:sldMk cId="0" sldId="268"/>
            <ac:spMk id="15" creationId="{00000000-0000-0000-0000-000000000000}"/>
          </ac:spMkLst>
        </pc:spChg>
      </pc:sldChg>
      <pc:sldChg chg="modSp del mod">
        <pc:chgData name="Het  Patel" userId="33441a96-4037-441c-b3ff-fda27bc877de" providerId="ADAL" clId="{785CD9B2-4D33-4C19-84B1-6C3913A4E3DD}" dt="2026-07-12T05:07:08.306" v="1211" actId="47"/>
        <pc:sldMkLst>
          <pc:docMk/>
          <pc:sldMk cId="0" sldId="269"/>
        </pc:sldMkLst>
        <pc:spChg chg="mod">
          <ac:chgData name="Het  Patel" userId="33441a96-4037-441c-b3ff-fda27bc877de" providerId="ADAL" clId="{785CD9B2-4D33-4C19-84B1-6C3913A4E3DD}" dt="2026-07-11T17:12:16.305" v="730" actId="2711"/>
          <ac:spMkLst>
            <pc:docMk/>
            <pc:sldMk cId="0" sldId="269"/>
            <ac:spMk id="2" creationId="{00000000-0000-0000-0000-000000000000}"/>
          </ac:spMkLst>
        </pc:spChg>
        <pc:spChg chg="mod">
          <ac:chgData name="Het  Patel" userId="33441a96-4037-441c-b3ff-fda27bc877de" providerId="ADAL" clId="{785CD9B2-4D33-4C19-84B1-6C3913A4E3DD}" dt="2026-07-11T17:12:16.305" v="730" actId="2711"/>
          <ac:spMkLst>
            <pc:docMk/>
            <pc:sldMk cId="0" sldId="269"/>
            <ac:spMk id="3" creationId="{00000000-0000-0000-0000-000000000000}"/>
          </ac:spMkLst>
        </pc:spChg>
        <pc:spChg chg="mod">
          <ac:chgData name="Het  Patel" userId="33441a96-4037-441c-b3ff-fda27bc877de" providerId="ADAL" clId="{785CD9B2-4D33-4C19-84B1-6C3913A4E3DD}" dt="2026-07-11T17:12:16.305" v="730" actId="2711"/>
          <ac:spMkLst>
            <pc:docMk/>
            <pc:sldMk cId="0" sldId="269"/>
            <ac:spMk id="5" creationId="{00000000-0000-0000-0000-000000000000}"/>
          </ac:spMkLst>
        </pc:spChg>
        <pc:spChg chg="mod">
          <ac:chgData name="Het  Patel" userId="33441a96-4037-441c-b3ff-fda27bc877de" providerId="ADAL" clId="{785CD9B2-4D33-4C19-84B1-6C3913A4E3DD}" dt="2026-07-11T17:12:16.305" v="730" actId="2711"/>
          <ac:spMkLst>
            <pc:docMk/>
            <pc:sldMk cId="0" sldId="269"/>
            <ac:spMk id="6" creationId="{00000000-0000-0000-0000-000000000000}"/>
          </ac:spMkLst>
        </pc:spChg>
        <pc:spChg chg="mod">
          <ac:chgData name="Het  Patel" userId="33441a96-4037-441c-b3ff-fda27bc877de" providerId="ADAL" clId="{785CD9B2-4D33-4C19-84B1-6C3913A4E3DD}" dt="2026-07-11T17:12:16.305" v="730" actId="2711"/>
          <ac:spMkLst>
            <pc:docMk/>
            <pc:sldMk cId="0" sldId="269"/>
            <ac:spMk id="8" creationId="{00000000-0000-0000-0000-000000000000}"/>
          </ac:spMkLst>
        </pc:spChg>
        <pc:spChg chg="mod">
          <ac:chgData name="Het  Patel" userId="33441a96-4037-441c-b3ff-fda27bc877de" providerId="ADAL" clId="{785CD9B2-4D33-4C19-84B1-6C3913A4E3DD}" dt="2026-07-11T17:12:16.305" v="730" actId="2711"/>
          <ac:spMkLst>
            <pc:docMk/>
            <pc:sldMk cId="0" sldId="269"/>
            <ac:spMk id="9" creationId="{00000000-0000-0000-0000-000000000000}"/>
          </ac:spMkLst>
        </pc:spChg>
        <pc:spChg chg="mod">
          <ac:chgData name="Het  Patel" userId="33441a96-4037-441c-b3ff-fda27bc877de" providerId="ADAL" clId="{785CD9B2-4D33-4C19-84B1-6C3913A4E3DD}" dt="2026-07-11T17:12:16.305" v="730" actId="2711"/>
          <ac:spMkLst>
            <pc:docMk/>
            <pc:sldMk cId="0" sldId="269"/>
            <ac:spMk id="10" creationId="{00000000-0000-0000-0000-000000000000}"/>
          </ac:spMkLst>
        </pc:spChg>
        <pc:spChg chg="mod">
          <ac:chgData name="Het  Patel" userId="33441a96-4037-441c-b3ff-fda27bc877de" providerId="ADAL" clId="{785CD9B2-4D33-4C19-84B1-6C3913A4E3DD}" dt="2026-07-11T17:12:16.305" v="730" actId="2711"/>
          <ac:spMkLst>
            <pc:docMk/>
            <pc:sldMk cId="0" sldId="269"/>
            <ac:spMk id="11" creationId="{00000000-0000-0000-0000-000000000000}"/>
          </ac:spMkLst>
        </pc:spChg>
        <pc:spChg chg="mod">
          <ac:chgData name="Het  Patel" userId="33441a96-4037-441c-b3ff-fda27bc877de" providerId="ADAL" clId="{785CD9B2-4D33-4C19-84B1-6C3913A4E3DD}" dt="2026-07-11T17:12:16.305" v="730" actId="2711"/>
          <ac:spMkLst>
            <pc:docMk/>
            <pc:sldMk cId="0" sldId="269"/>
            <ac:spMk id="12" creationId="{00000000-0000-0000-0000-000000000000}"/>
          </ac:spMkLst>
        </pc:spChg>
        <pc:spChg chg="mod">
          <ac:chgData name="Het  Patel" userId="33441a96-4037-441c-b3ff-fda27bc877de" providerId="ADAL" clId="{785CD9B2-4D33-4C19-84B1-6C3913A4E3DD}" dt="2026-07-11T17:12:16.305" v="730" actId="2711"/>
          <ac:spMkLst>
            <pc:docMk/>
            <pc:sldMk cId="0" sldId="269"/>
            <ac:spMk id="13" creationId="{00000000-0000-0000-0000-000000000000}"/>
          </ac:spMkLst>
        </pc:spChg>
        <pc:spChg chg="mod">
          <ac:chgData name="Het  Patel" userId="33441a96-4037-441c-b3ff-fda27bc877de" providerId="ADAL" clId="{785CD9B2-4D33-4C19-84B1-6C3913A4E3DD}" dt="2026-07-11T17:12:16.305" v="730" actId="2711"/>
          <ac:spMkLst>
            <pc:docMk/>
            <pc:sldMk cId="0" sldId="269"/>
            <ac:spMk id="14" creationId="{00000000-0000-0000-0000-000000000000}"/>
          </ac:spMkLst>
        </pc:spChg>
        <pc:spChg chg="mod">
          <ac:chgData name="Het  Patel" userId="33441a96-4037-441c-b3ff-fda27bc877de" providerId="ADAL" clId="{785CD9B2-4D33-4C19-84B1-6C3913A4E3DD}" dt="2026-07-11T17:12:16.305" v="730" actId="2711"/>
          <ac:spMkLst>
            <pc:docMk/>
            <pc:sldMk cId="0" sldId="269"/>
            <ac:spMk id="15" creationId="{00000000-0000-0000-0000-000000000000}"/>
          </ac:spMkLst>
        </pc:spChg>
        <pc:spChg chg="mod">
          <ac:chgData name="Het  Patel" userId="33441a96-4037-441c-b3ff-fda27bc877de" providerId="ADAL" clId="{785CD9B2-4D33-4C19-84B1-6C3913A4E3DD}" dt="2026-07-11T17:12:16.305" v="730" actId="2711"/>
          <ac:spMkLst>
            <pc:docMk/>
            <pc:sldMk cId="0" sldId="269"/>
            <ac:spMk id="16" creationId="{00000000-0000-0000-0000-000000000000}"/>
          </ac:spMkLst>
        </pc:spChg>
        <pc:spChg chg="mod">
          <ac:chgData name="Het  Patel" userId="33441a96-4037-441c-b3ff-fda27bc877de" providerId="ADAL" clId="{785CD9B2-4D33-4C19-84B1-6C3913A4E3DD}" dt="2026-07-11T17:12:16.305" v="730" actId="2711"/>
          <ac:spMkLst>
            <pc:docMk/>
            <pc:sldMk cId="0" sldId="269"/>
            <ac:spMk id="17" creationId="{00000000-0000-0000-0000-000000000000}"/>
          </ac:spMkLst>
        </pc:spChg>
        <pc:spChg chg="mod">
          <ac:chgData name="Het  Patel" userId="33441a96-4037-441c-b3ff-fda27bc877de" providerId="ADAL" clId="{785CD9B2-4D33-4C19-84B1-6C3913A4E3DD}" dt="2026-07-11T17:12:16.305" v="730" actId="2711"/>
          <ac:spMkLst>
            <pc:docMk/>
            <pc:sldMk cId="0" sldId="269"/>
            <ac:spMk id="18" creationId="{00000000-0000-0000-0000-000000000000}"/>
          </ac:spMkLst>
        </pc:spChg>
        <pc:spChg chg="mod">
          <ac:chgData name="Het  Patel" userId="33441a96-4037-441c-b3ff-fda27bc877de" providerId="ADAL" clId="{785CD9B2-4D33-4C19-84B1-6C3913A4E3DD}" dt="2026-07-11T17:12:16.305" v="730" actId="2711"/>
          <ac:spMkLst>
            <pc:docMk/>
            <pc:sldMk cId="0" sldId="269"/>
            <ac:spMk id="19" creationId="{00000000-0000-0000-0000-000000000000}"/>
          </ac:spMkLst>
        </pc:spChg>
        <pc:spChg chg="mod">
          <ac:chgData name="Het  Patel" userId="33441a96-4037-441c-b3ff-fda27bc877de" providerId="ADAL" clId="{785CD9B2-4D33-4C19-84B1-6C3913A4E3DD}" dt="2026-07-11T17:12:16.305" v="730" actId="2711"/>
          <ac:spMkLst>
            <pc:docMk/>
            <pc:sldMk cId="0" sldId="269"/>
            <ac:spMk id="20" creationId="{00000000-0000-0000-0000-000000000000}"/>
          </ac:spMkLst>
        </pc:spChg>
        <pc:spChg chg="mod">
          <ac:chgData name="Het  Patel" userId="33441a96-4037-441c-b3ff-fda27bc877de" providerId="ADAL" clId="{785CD9B2-4D33-4C19-84B1-6C3913A4E3DD}" dt="2026-07-11T17:12:16.305" v="730" actId="2711"/>
          <ac:spMkLst>
            <pc:docMk/>
            <pc:sldMk cId="0" sldId="269"/>
            <ac:spMk id="21" creationId="{00000000-0000-0000-0000-000000000000}"/>
          </ac:spMkLst>
        </pc:spChg>
        <pc:spChg chg="mod">
          <ac:chgData name="Het  Patel" userId="33441a96-4037-441c-b3ff-fda27bc877de" providerId="ADAL" clId="{785CD9B2-4D33-4C19-84B1-6C3913A4E3DD}" dt="2026-07-11T17:12:16.305" v="730" actId="2711"/>
          <ac:spMkLst>
            <pc:docMk/>
            <pc:sldMk cId="0" sldId="269"/>
            <ac:spMk id="22" creationId="{00000000-0000-0000-0000-000000000000}"/>
          </ac:spMkLst>
        </pc:spChg>
        <pc:spChg chg="mod">
          <ac:chgData name="Het  Patel" userId="33441a96-4037-441c-b3ff-fda27bc877de" providerId="ADAL" clId="{785CD9B2-4D33-4C19-84B1-6C3913A4E3DD}" dt="2026-07-11T17:12:16.305" v="730" actId="2711"/>
          <ac:spMkLst>
            <pc:docMk/>
            <pc:sldMk cId="0" sldId="269"/>
            <ac:spMk id="23" creationId="{00000000-0000-0000-0000-000000000000}"/>
          </ac:spMkLst>
        </pc:spChg>
        <pc:spChg chg="mod">
          <ac:chgData name="Het  Patel" userId="33441a96-4037-441c-b3ff-fda27bc877de" providerId="ADAL" clId="{785CD9B2-4D33-4C19-84B1-6C3913A4E3DD}" dt="2026-07-11T17:12:16.305" v="730" actId="2711"/>
          <ac:spMkLst>
            <pc:docMk/>
            <pc:sldMk cId="0" sldId="269"/>
            <ac:spMk id="25" creationId="{00000000-0000-0000-0000-000000000000}"/>
          </ac:spMkLst>
        </pc:spChg>
        <pc:spChg chg="mod">
          <ac:chgData name="Het  Patel" userId="33441a96-4037-441c-b3ff-fda27bc877de" providerId="ADAL" clId="{785CD9B2-4D33-4C19-84B1-6C3913A4E3DD}" dt="2026-07-11T17:12:16.305" v="730" actId="2711"/>
          <ac:spMkLst>
            <pc:docMk/>
            <pc:sldMk cId="0" sldId="269"/>
            <ac:spMk id="26" creationId="{00000000-0000-0000-0000-000000000000}"/>
          </ac:spMkLst>
        </pc:spChg>
        <pc:spChg chg="mod">
          <ac:chgData name="Het  Patel" userId="33441a96-4037-441c-b3ff-fda27bc877de" providerId="ADAL" clId="{785CD9B2-4D33-4C19-84B1-6C3913A4E3DD}" dt="2026-07-11T17:12:16.305" v="730" actId="2711"/>
          <ac:spMkLst>
            <pc:docMk/>
            <pc:sldMk cId="0" sldId="269"/>
            <ac:spMk id="27" creationId="{00000000-0000-0000-0000-000000000000}"/>
          </ac:spMkLst>
        </pc:spChg>
        <pc:spChg chg="mod">
          <ac:chgData name="Het  Patel" userId="33441a96-4037-441c-b3ff-fda27bc877de" providerId="ADAL" clId="{785CD9B2-4D33-4C19-84B1-6C3913A4E3DD}" dt="2026-07-11T17:12:16.305" v="730" actId="2711"/>
          <ac:spMkLst>
            <pc:docMk/>
            <pc:sldMk cId="0" sldId="269"/>
            <ac:spMk id="28" creationId="{00000000-0000-0000-0000-000000000000}"/>
          </ac:spMkLst>
        </pc:spChg>
        <pc:spChg chg="mod">
          <ac:chgData name="Het  Patel" userId="33441a96-4037-441c-b3ff-fda27bc877de" providerId="ADAL" clId="{785CD9B2-4D33-4C19-84B1-6C3913A4E3DD}" dt="2026-07-11T17:12:16.305" v="730" actId="2711"/>
          <ac:spMkLst>
            <pc:docMk/>
            <pc:sldMk cId="0" sldId="269"/>
            <ac:spMk id="29" creationId="{00000000-0000-0000-0000-000000000000}"/>
          </ac:spMkLst>
        </pc:spChg>
        <pc:spChg chg="mod">
          <ac:chgData name="Het  Patel" userId="33441a96-4037-441c-b3ff-fda27bc877de" providerId="ADAL" clId="{785CD9B2-4D33-4C19-84B1-6C3913A4E3DD}" dt="2026-07-11T17:12:16.305" v="730" actId="2711"/>
          <ac:spMkLst>
            <pc:docMk/>
            <pc:sldMk cId="0" sldId="269"/>
            <ac:spMk id="30" creationId="{00000000-0000-0000-0000-000000000000}"/>
          </ac:spMkLst>
        </pc:spChg>
        <pc:spChg chg="mod">
          <ac:chgData name="Het  Patel" userId="33441a96-4037-441c-b3ff-fda27bc877de" providerId="ADAL" clId="{785CD9B2-4D33-4C19-84B1-6C3913A4E3DD}" dt="2026-07-11T17:12:16.305" v="730" actId="2711"/>
          <ac:spMkLst>
            <pc:docMk/>
            <pc:sldMk cId="0" sldId="269"/>
            <ac:spMk id="31" creationId="{00000000-0000-0000-0000-000000000000}"/>
          </ac:spMkLst>
        </pc:spChg>
        <pc:spChg chg="mod">
          <ac:chgData name="Het  Patel" userId="33441a96-4037-441c-b3ff-fda27bc877de" providerId="ADAL" clId="{785CD9B2-4D33-4C19-84B1-6C3913A4E3DD}" dt="2026-07-11T17:12:16.305" v="730" actId="2711"/>
          <ac:spMkLst>
            <pc:docMk/>
            <pc:sldMk cId="0" sldId="269"/>
            <ac:spMk id="32" creationId="{00000000-0000-0000-0000-000000000000}"/>
          </ac:spMkLst>
        </pc:spChg>
        <pc:spChg chg="mod">
          <ac:chgData name="Het  Patel" userId="33441a96-4037-441c-b3ff-fda27bc877de" providerId="ADAL" clId="{785CD9B2-4D33-4C19-84B1-6C3913A4E3DD}" dt="2026-07-11T17:12:16.305" v="730" actId="2711"/>
          <ac:spMkLst>
            <pc:docMk/>
            <pc:sldMk cId="0" sldId="269"/>
            <ac:spMk id="33" creationId="{00000000-0000-0000-0000-000000000000}"/>
          </ac:spMkLst>
        </pc:spChg>
        <pc:spChg chg="mod">
          <ac:chgData name="Het  Patel" userId="33441a96-4037-441c-b3ff-fda27bc877de" providerId="ADAL" clId="{785CD9B2-4D33-4C19-84B1-6C3913A4E3DD}" dt="2026-07-11T17:12:16.305" v="730" actId="2711"/>
          <ac:spMkLst>
            <pc:docMk/>
            <pc:sldMk cId="0" sldId="269"/>
            <ac:spMk id="34" creationId="{00000000-0000-0000-0000-000000000000}"/>
          </ac:spMkLst>
        </pc:spChg>
        <pc:spChg chg="mod">
          <ac:chgData name="Het  Patel" userId="33441a96-4037-441c-b3ff-fda27bc877de" providerId="ADAL" clId="{785CD9B2-4D33-4C19-84B1-6C3913A4E3DD}" dt="2026-07-11T17:12:16.305" v="730" actId="2711"/>
          <ac:spMkLst>
            <pc:docMk/>
            <pc:sldMk cId="0" sldId="269"/>
            <ac:spMk id="35" creationId="{00000000-0000-0000-0000-000000000000}"/>
          </ac:spMkLst>
        </pc:spChg>
        <pc:spChg chg="mod">
          <ac:chgData name="Het  Patel" userId="33441a96-4037-441c-b3ff-fda27bc877de" providerId="ADAL" clId="{785CD9B2-4D33-4C19-84B1-6C3913A4E3DD}" dt="2026-07-11T17:12:16.305" v="730" actId="2711"/>
          <ac:spMkLst>
            <pc:docMk/>
            <pc:sldMk cId="0" sldId="269"/>
            <ac:spMk id="36" creationId="{00000000-0000-0000-0000-000000000000}"/>
          </ac:spMkLst>
        </pc:spChg>
      </pc:sldChg>
      <pc:sldChg chg="modSp mod">
        <pc:chgData name="Het  Patel" userId="33441a96-4037-441c-b3ff-fda27bc877de" providerId="ADAL" clId="{785CD9B2-4D33-4C19-84B1-6C3913A4E3DD}" dt="2026-07-11T17:12:33.905" v="732" actId="2711"/>
        <pc:sldMkLst>
          <pc:docMk/>
          <pc:sldMk cId="0" sldId="270"/>
        </pc:sldMkLst>
        <pc:spChg chg="mod">
          <ac:chgData name="Het  Patel" userId="33441a96-4037-441c-b3ff-fda27bc877de" providerId="ADAL" clId="{785CD9B2-4D33-4C19-84B1-6C3913A4E3DD}" dt="2026-07-11T17:12:33.905" v="732" actId="2711"/>
          <ac:spMkLst>
            <pc:docMk/>
            <pc:sldMk cId="0" sldId="270"/>
            <ac:spMk id="2" creationId="{00000000-0000-0000-0000-000000000000}"/>
          </ac:spMkLst>
        </pc:spChg>
      </pc:sldChg>
      <pc:sldChg chg="delSp modSp mod ord">
        <pc:chgData name="Het  Patel" userId="33441a96-4037-441c-b3ff-fda27bc877de" providerId="ADAL" clId="{785CD9B2-4D33-4C19-84B1-6C3913A4E3DD}" dt="2026-07-12T10:58:48.446" v="1926"/>
        <pc:sldMkLst>
          <pc:docMk/>
          <pc:sldMk cId="0" sldId="271"/>
        </pc:sldMkLst>
        <pc:spChg chg="mod">
          <ac:chgData name="Het  Patel" userId="33441a96-4037-441c-b3ff-fda27bc877de" providerId="ADAL" clId="{785CD9B2-4D33-4C19-84B1-6C3913A4E3DD}" dt="2026-07-11T17:12:41.853" v="733" actId="2711"/>
          <ac:spMkLst>
            <pc:docMk/>
            <pc:sldMk cId="0" sldId="271"/>
            <ac:spMk id="2" creationId="{00000000-0000-0000-0000-000000000000}"/>
          </ac:spMkLst>
        </pc:spChg>
        <pc:spChg chg="mod">
          <ac:chgData name="Het  Patel" userId="33441a96-4037-441c-b3ff-fda27bc877de" providerId="ADAL" clId="{785CD9B2-4D33-4C19-84B1-6C3913A4E3DD}" dt="2026-07-11T17:12:41.853" v="733" actId="2711"/>
          <ac:spMkLst>
            <pc:docMk/>
            <pc:sldMk cId="0" sldId="271"/>
            <ac:spMk id="3" creationId="{00000000-0000-0000-0000-000000000000}"/>
          </ac:spMkLst>
        </pc:spChg>
        <pc:spChg chg="del">
          <ac:chgData name="Het  Patel" userId="33441a96-4037-441c-b3ff-fda27bc877de" providerId="ADAL" clId="{785CD9B2-4D33-4C19-84B1-6C3913A4E3DD}" dt="2026-07-11T07:17:19.122" v="0" actId="478"/>
          <ac:spMkLst>
            <pc:docMk/>
            <pc:sldMk cId="0" sldId="271"/>
            <ac:spMk id="4" creationId="{00000000-0000-0000-0000-000000000000}"/>
          </ac:spMkLst>
        </pc:spChg>
      </pc:sldChg>
      <pc:sldChg chg="delSp modSp add mod modTransition">
        <pc:chgData name="Het  Patel" userId="33441a96-4037-441c-b3ff-fda27bc877de" providerId="ADAL" clId="{785CD9B2-4D33-4C19-84B1-6C3913A4E3DD}" dt="2026-07-12T12:55:55.048" v="1994" actId="478"/>
        <pc:sldMkLst>
          <pc:docMk/>
          <pc:sldMk cId="4059823891" sldId="272"/>
        </pc:sldMkLst>
        <pc:spChg chg="mod">
          <ac:chgData name="Het  Patel" userId="33441a96-4037-441c-b3ff-fda27bc877de" providerId="ADAL" clId="{785CD9B2-4D33-4C19-84B1-6C3913A4E3DD}" dt="2026-07-11T17:10:39.995" v="717" actId="2711"/>
          <ac:spMkLst>
            <pc:docMk/>
            <pc:sldMk cId="4059823891" sldId="272"/>
            <ac:spMk id="2" creationId="{00000000-0000-0000-0000-000000000000}"/>
          </ac:spMkLst>
        </pc:spChg>
        <pc:spChg chg="mod">
          <ac:chgData name="Het  Patel" userId="33441a96-4037-441c-b3ff-fda27bc877de" providerId="ADAL" clId="{785CD9B2-4D33-4C19-84B1-6C3913A4E3DD}" dt="2026-07-11T17:10:39.995" v="717" actId="2711"/>
          <ac:spMkLst>
            <pc:docMk/>
            <pc:sldMk cId="4059823891" sldId="272"/>
            <ac:spMk id="3" creationId="{00000000-0000-0000-0000-000000000000}"/>
          </ac:spMkLst>
        </pc:spChg>
        <pc:spChg chg="mod">
          <ac:chgData name="Het  Patel" userId="33441a96-4037-441c-b3ff-fda27bc877de" providerId="ADAL" clId="{785CD9B2-4D33-4C19-84B1-6C3913A4E3DD}" dt="2026-07-11T17:10:39.995" v="717" actId="2711"/>
          <ac:spMkLst>
            <pc:docMk/>
            <pc:sldMk cId="4059823891" sldId="272"/>
            <ac:spMk id="4" creationId="{00000000-0000-0000-0000-000000000000}"/>
          </ac:spMkLst>
        </pc:spChg>
        <pc:spChg chg="mod">
          <ac:chgData name="Het  Patel" userId="33441a96-4037-441c-b3ff-fda27bc877de" providerId="ADAL" clId="{785CD9B2-4D33-4C19-84B1-6C3913A4E3DD}" dt="2026-07-11T17:10:39.995" v="717" actId="2711"/>
          <ac:spMkLst>
            <pc:docMk/>
            <pc:sldMk cId="4059823891" sldId="272"/>
            <ac:spMk id="6" creationId="{00000000-0000-0000-0000-000000000000}"/>
          </ac:spMkLst>
        </pc:spChg>
        <pc:spChg chg="del">
          <ac:chgData name="Het  Patel" userId="33441a96-4037-441c-b3ff-fda27bc877de" providerId="ADAL" clId="{785CD9B2-4D33-4C19-84B1-6C3913A4E3DD}" dt="2026-07-11T08:41:18.855" v="22" actId="478"/>
          <ac:spMkLst>
            <pc:docMk/>
            <pc:sldMk cId="4059823891" sldId="272"/>
            <ac:spMk id="8" creationId="{00000000-0000-0000-0000-000000000000}"/>
          </ac:spMkLst>
        </pc:spChg>
        <pc:spChg chg="del">
          <ac:chgData name="Het  Patel" userId="33441a96-4037-441c-b3ff-fda27bc877de" providerId="ADAL" clId="{785CD9B2-4D33-4C19-84B1-6C3913A4E3DD}" dt="2026-07-11T08:41:18.855" v="22" actId="478"/>
          <ac:spMkLst>
            <pc:docMk/>
            <pc:sldMk cId="4059823891" sldId="272"/>
            <ac:spMk id="10" creationId="{00000000-0000-0000-0000-000000000000}"/>
          </ac:spMkLst>
        </pc:spChg>
        <pc:spChg chg="del mod">
          <ac:chgData name="Het  Patel" userId="33441a96-4037-441c-b3ff-fda27bc877de" providerId="ADAL" clId="{785CD9B2-4D33-4C19-84B1-6C3913A4E3DD}" dt="2026-07-12T12:55:55.048" v="1994" actId="478"/>
          <ac:spMkLst>
            <pc:docMk/>
            <pc:sldMk cId="4059823891" sldId="272"/>
            <ac:spMk id="12" creationId="{00000000-0000-0000-0000-000000000000}"/>
          </ac:spMkLst>
        </pc:spChg>
        <pc:picChg chg="mod">
          <ac:chgData name="Het  Patel" userId="33441a96-4037-441c-b3ff-fda27bc877de" providerId="ADAL" clId="{785CD9B2-4D33-4C19-84B1-6C3913A4E3DD}" dt="2026-07-11T08:41:34.783" v="30" actId="1076"/>
          <ac:picMkLst>
            <pc:docMk/>
            <pc:sldMk cId="4059823891" sldId="272"/>
            <ac:picMk id="7" creationId="{00000000-0000-0000-0000-000000000000}"/>
          </ac:picMkLst>
        </pc:picChg>
        <pc:picChg chg="del">
          <ac:chgData name="Het  Patel" userId="33441a96-4037-441c-b3ff-fda27bc877de" providerId="ADAL" clId="{785CD9B2-4D33-4C19-84B1-6C3913A4E3DD}" dt="2026-07-11T08:41:18.855" v="22" actId="478"/>
          <ac:picMkLst>
            <pc:docMk/>
            <pc:sldMk cId="4059823891" sldId="272"/>
            <ac:picMk id="9" creationId="{00000000-0000-0000-0000-000000000000}"/>
          </ac:picMkLst>
        </pc:picChg>
        <pc:picChg chg="del">
          <ac:chgData name="Het  Patel" userId="33441a96-4037-441c-b3ff-fda27bc877de" providerId="ADAL" clId="{785CD9B2-4D33-4C19-84B1-6C3913A4E3DD}" dt="2026-07-11T08:41:18.855" v="22" actId="478"/>
          <ac:picMkLst>
            <pc:docMk/>
            <pc:sldMk cId="4059823891" sldId="272"/>
            <ac:picMk id="11" creationId="{00000000-0000-0000-0000-000000000000}"/>
          </ac:picMkLst>
        </pc:picChg>
      </pc:sldChg>
      <pc:sldChg chg="delSp modSp add mod modTransition">
        <pc:chgData name="Het  Patel" userId="33441a96-4037-441c-b3ff-fda27bc877de" providerId="ADAL" clId="{785CD9B2-4D33-4C19-84B1-6C3913A4E3DD}" dt="2026-07-12T12:55:57.805" v="1995" actId="478"/>
        <pc:sldMkLst>
          <pc:docMk/>
          <pc:sldMk cId="2223291218" sldId="273"/>
        </pc:sldMkLst>
        <pc:spChg chg="mod">
          <ac:chgData name="Het  Patel" userId="33441a96-4037-441c-b3ff-fda27bc877de" providerId="ADAL" clId="{785CD9B2-4D33-4C19-84B1-6C3913A4E3DD}" dt="2026-07-11T17:10:52.264" v="718" actId="2711"/>
          <ac:spMkLst>
            <pc:docMk/>
            <pc:sldMk cId="2223291218" sldId="273"/>
            <ac:spMk id="2" creationId="{00000000-0000-0000-0000-000000000000}"/>
          </ac:spMkLst>
        </pc:spChg>
        <pc:spChg chg="mod">
          <ac:chgData name="Het  Patel" userId="33441a96-4037-441c-b3ff-fda27bc877de" providerId="ADAL" clId="{785CD9B2-4D33-4C19-84B1-6C3913A4E3DD}" dt="2026-07-11T17:10:52.264" v="718" actId="2711"/>
          <ac:spMkLst>
            <pc:docMk/>
            <pc:sldMk cId="2223291218" sldId="273"/>
            <ac:spMk id="3" creationId="{00000000-0000-0000-0000-000000000000}"/>
          </ac:spMkLst>
        </pc:spChg>
        <pc:spChg chg="mod">
          <ac:chgData name="Het  Patel" userId="33441a96-4037-441c-b3ff-fda27bc877de" providerId="ADAL" clId="{785CD9B2-4D33-4C19-84B1-6C3913A4E3DD}" dt="2026-07-11T17:10:52.264" v="718" actId="2711"/>
          <ac:spMkLst>
            <pc:docMk/>
            <pc:sldMk cId="2223291218" sldId="273"/>
            <ac:spMk id="4" creationId="{00000000-0000-0000-0000-000000000000}"/>
          </ac:spMkLst>
        </pc:spChg>
        <pc:spChg chg="mod">
          <ac:chgData name="Het  Patel" userId="33441a96-4037-441c-b3ff-fda27bc877de" providerId="ADAL" clId="{785CD9B2-4D33-4C19-84B1-6C3913A4E3DD}" dt="2026-07-12T04:35:23.696" v="745" actId="20577"/>
          <ac:spMkLst>
            <pc:docMk/>
            <pc:sldMk cId="2223291218" sldId="273"/>
            <ac:spMk id="6" creationId="{00000000-0000-0000-0000-000000000000}"/>
          </ac:spMkLst>
        </pc:spChg>
        <pc:spChg chg="mod">
          <ac:chgData name="Het  Patel" userId="33441a96-4037-441c-b3ff-fda27bc877de" providerId="ADAL" clId="{785CD9B2-4D33-4C19-84B1-6C3913A4E3DD}" dt="2026-07-11T17:10:52.264" v="718" actId="2711"/>
          <ac:spMkLst>
            <pc:docMk/>
            <pc:sldMk cId="2223291218" sldId="273"/>
            <ac:spMk id="8" creationId="{00000000-0000-0000-0000-000000000000}"/>
          </ac:spMkLst>
        </pc:spChg>
        <pc:spChg chg="del">
          <ac:chgData name="Het  Patel" userId="33441a96-4037-441c-b3ff-fda27bc877de" providerId="ADAL" clId="{785CD9B2-4D33-4C19-84B1-6C3913A4E3DD}" dt="2026-07-11T08:43:38.169" v="51" actId="478"/>
          <ac:spMkLst>
            <pc:docMk/>
            <pc:sldMk cId="2223291218" sldId="273"/>
            <ac:spMk id="10" creationId="{00000000-0000-0000-0000-000000000000}"/>
          </ac:spMkLst>
        </pc:spChg>
        <pc:spChg chg="del mod">
          <ac:chgData name="Het  Patel" userId="33441a96-4037-441c-b3ff-fda27bc877de" providerId="ADAL" clId="{785CD9B2-4D33-4C19-84B1-6C3913A4E3DD}" dt="2026-07-12T12:55:57.805" v="1995" actId="478"/>
          <ac:spMkLst>
            <pc:docMk/>
            <pc:sldMk cId="2223291218" sldId="273"/>
            <ac:spMk id="12" creationId="{00000000-0000-0000-0000-000000000000}"/>
          </ac:spMkLst>
        </pc:spChg>
        <pc:picChg chg="mod">
          <ac:chgData name="Het  Patel" userId="33441a96-4037-441c-b3ff-fda27bc877de" providerId="ADAL" clId="{785CD9B2-4D33-4C19-84B1-6C3913A4E3DD}" dt="2026-07-11T08:43:17.961" v="43" actId="1076"/>
          <ac:picMkLst>
            <pc:docMk/>
            <pc:sldMk cId="2223291218" sldId="273"/>
            <ac:picMk id="5" creationId="{00000000-0000-0000-0000-000000000000}"/>
          </ac:picMkLst>
        </pc:picChg>
        <pc:picChg chg="mod">
          <ac:chgData name="Het  Patel" userId="33441a96-4037-441c-b3ff-fda27bc877de" providerId="ADAL" clId="{785CD9B2-4D33-4C19-84B1-6C3913A4E3DD}" dt="2026-07-11T08:43:26.359" v="45" actId="1076"/>
          <ac:picMkLst>
            <pc:docMk/>
            <pc:sldMk cId="2223291218" sldId="273"/>
            <ac:picMk id="7" creationId="{00000000-0000-0000-0000-000000000000}"/>
          </ac:picMkLst>
        </pc:picChg>
        <pc:picChg chg="del mod">
          <ac:chgData name="Het  Patel" userId="33441a96-4037-441c-b3ff-fda27bc877de" providerId="ADAL" clId="{785CD9B2-4D33-4C19-84B1-6C3913A4E3DD}" dt="2026-07-11T16:43:41.864" v="457" actId="478"/>
          <ac:picMkLst>
            <pc:docMk/>
            <pc:sldMk cId="2223291218" sldId="273"/>
            <ac:picMk id="9" creationId="{00000000-0000-0000-0000-000000000000}"/>
          </ac:picMkLst>
        </pc:picChg>
        <pc:picChg chg="del">
          <ac:chgData name="Het  Patel" userId="33441a96-4037-441c-b3ff-fda27bc877de" providerId="ADAL" clId="{785CD9B2-4D33-4C19-84B1-6C3913A4E3DD}" dt="2026-07-11T08:43:38.169" v="51" actId="478"/>
          <ac:picMkLst>
            <pc:docMk/>
            <pc:sldMk cId="2223291218" sldId="273"/>
            <ac:picMk id="11" creationId="{00000000-0000-0000-0000-000000000000}"/>
          </ac:picMkLst>
        </pc:picChg>
        <pc:picChg chg="mod">
          <ac:chgData name="Het  Patel" userId="33441a96-4037-441c-b3ff-fda27bc877de" providerId="ADAL" clId="{785CD9B2-4D33-4C19-84B1-6C3913A4E3DD}" dt="2026-07-11T16:43:52.247" v="458" actId="1076"/>
          <ac:picMkLst>
            <pc:docMk/>
            <pc:sldMk cId="2223291218" sldId="273"/>
            <ac:picMk id="11" creationId="{D3709FAA-0E49-42FA-86B0-DC6ACB9324B4}"/>
          </ac:picMkLst>
        </pc:picChg>
        <pc:picChg chg="del mod">
          <ac:chgData name="Het  Patel" userId="33441a96-4037-441c-b3ff-fda27bc877de" providerId="ADAL" clId="{785CD9B2-4D33-4C19-84B1-6C3913A4E3DD}" dt="2026-07-11T16:51:54.617" v="489" actId="21"/>
          <ac:picMkLst>
            <pc:docMk/>
            <pc:sldMk cId="2223291218" sldId="273"/>
            <ac:picMk id="14" creationId="{E2E1B989-60FB-4986-ACE3-F75C3518EEF7}"/>
          </ac:picMkLst>
        </pc:picChg>
      </pc:sldChg>
      <pc:sldChg chg="addSp delSp modSp add mod modTransition">
        <pc:chgData name="Het  Patel" userId="33441a96-4037-441c-b3ff-fda27bc877de" providerId="ADAL" clId="{785CD9B2-4D33-4C19-84B1-6C3913A4E3DD}" dt="2026-07-12T04:35:51.228" v="756" actId="20577"/>
        <pc:sldMkLst>
          <pc:docMk/>
          <pc:sldMk cId="4275910920" sldId="274"/>
        </pc:sldMkLst>
        <pc:spChg chg="mod">
          <ac:chgData name="Het  Patel" userId="33441a96-4037-441c-b3ff-fda27bc877de" providerId="ADAL" clId="{785CD9B2-4D33-4C19-84B1-6C3913A4E3DD}" dt="2026-07-11T17:10:58.081" v="719" actId="2711"/>
          <ac:spMkLst>
            <pc:docMk/>
            <pc:sldMk cId="4275910920" sldId="274"/>
            <ac:spMk id="2" creationId="{00000000-0000-0000-0000-000000000000}"/>
          </ac:spMkLst>
        </pc:spChg>
        <pc:spChg chg="mod">
          <ac:chgData name="Het  Patel" userId="33441a96-4037-441c-b3ff-fda27bc877de" providerId="ADAL" clId="{785CD9B2-4D33-4C19-84B1-6C3913A4E3DD}" dt="2026-07-11T17:10:58.081" v="719" actId="2711"/>
          <ac:spMkLst>
            <pc:docMk/>
            <pc:sldMk cId="4275910920" sldId="274"/>
            <ac:spMk id="3" creationId="{00000000-0000-0000-0000-000000000000}"/>
          </ac:spMkLst>
        </pc:spChg>
        <pc:spChg chg="del">
          <ac:chgData name="Het  Patel" userId="33441a96-4037-441c-b3ff-fda27bc877de" providerId="ADAL" clId="{785CD9B2-4D33-4C19-84B1-6C3913A4E3DD}" dt="2026-07-11T08:45:28.884" v="57" actId="478"/>
          <ac:spMkLst>
            <pc:docMk/>
            <pc:sldMk cId="4275910920" sldId="274"/>
            <ac:spMk id="4" creationId="{00000000-0000-0000-0000-000000000000}"/>
          </ac:spMkLst>
        </pc:spChg>
        <pc:spChg chg="del">
          <ac:chgData name="Het  Patel" userId="33441a96-4037-441c-b3ff-fda27bc877de" providerId="ADAL" clId="{785CD9B2-4D33-4C19-84B1-6C3913A4E3DD}" dt="2026-07-11T08:45:28.884" v="57" actId="478"/>
          <ac:spMkLst>
            <pc:docMk/>
            <pc:sldMk cId="4275910920" sldId="274"/>
            <ac:spMk id="6" creationId="{00000000-0000-0000-0000-000000000000}"/>
          </ac:spMkLst>
        </pc:spChg>
        <pc:spChg chg="mod">
          <ac:chgData name="Het  Patel" userId="33441a96-4037-441c-b3ff-fda27bc877de" providerId="ADAL" clId="{785CD9B2-4D33-4C19-84B1-6C3913A4E3DD}" dt="2026-07-12T04:35:46.845" v="753" actId="20577"/>
          <ac:spMkLst>
            <pc:docMk/>
            <pc:sldMk cId="4275910920" sldId="274"/>
            <ac:spMk id="8" creationId="{00000000-0000-0000-0000-000000000000}"/>
          </ac:spMkLst>
        </pc:spChg>
        <pc:spChg chg="mod">
          <ac:chgData name="Het  Patel" userId="33441a96-4037-441c-b3ff-fda27bc877de" providerId="ADAL" clId="{785CD9B2-4D33-4C19-84B1-6C3913A4E3DD}" dt="2026-07-12T04:35:51.228" v="756" actId="20577"/>
          <ac:spMkLst>
            <pc:docMk/>
            <pc:sldMk cId="4275910920" sldId="274"/>
            <ac:spMk id="10" creationId="{00000000-0000-0000-0000-000000000000}"/>
          </ac:spMkLst>
        </pc:spChg>
        <pc:spChg chg="del">
          <ac:chgData name="Het  Patel" userId="33441a96-4037-441c-b3ff-fda27bc877de" providerId="ADAL" clId="{785CD9B2-4D33-4C19-84B1-6C3913A4E3DD}" dt="2026-07-11T16:46:05.827" v="478" actId="478"/>
          <ac:spMkLst>
            <pc:docMk/>
            <pc:sldMk cId="4275910920" sldId="274"/>
            <ac:spMk id="12" creationId="{00000000-0000-0000-0000-000000000000}"/>
          </ac:spMkLst>
        </pc:spChg>
        <pc:spChg chg="add mod">
          <ac:chgData name="Het  Patel" userId="33441a96-4037-441c-b3ff-fda27bc877de" providerId="ADAL" clId="{785CD9B2-4D33-4C19-84B1-6C3913A4E3DD}" dt="2026-07-11T17:10:58.081" v="719" actId="2711"/>
          <ac:spMkLst>
            <pc:docMk/>
            <pc:sldMk cId="4275910920" sldId="274"/>
            <ac:spMk id="13" creationId="{5E3F42C9-15A0-484C-86C4-1EB419CFD554}"/>
          </ac:spMkLst>
        </pc:spChg>
        <pc:spChg chg="add mod">
          <ac:chgData name="Het  Patel" userId="33441a96-4037-441c-b3ff-fda27bc877de" providerId="ADAL" clId="{785CD9B2-4D33-4C19-84B1-6C3913A4E3DD}" dt="2026-07-12T04:35:38.334" v="748" actId="20577"/>
          <ac:spMkLst>
            <pc:docMk/>
            <pc:sldMk cId="4275910920" sldId="274"/>
            <ac:spMk id="15" creationId="{A347D427-D869-473B-9872-FA3B9D34649B}"/>
          </ac:spMkLst>
        </pc:spChg>
        <pc:picChg chg="del">
          <ac:chgData name="Het  Patel" userId="33441a96-4037-441c-b3ff-fda27bc877de" providerId="ADAL" clId="{785CD9B2-4D33-4C19-84B1-6C3913A4E3DD}" dt="2026-07-11T08:45:28.884" v="57" actId="478"/>
          <ac:picMkLst>
            <pc:docMk/>
            <pc:sldMk cId="4275910920" sldId="274"/>
            <ac:picMk id="5" creationId="{00000000-0000-0000-0000-000000000000}"/>
          </ac:picMkLst>
        </pc:picChg>
        <pc:picChg chg="mod">
          <ac:chgData name="Het  Patel" userId="33441a96-4037-441c-b3ff-fda27bc877de" providerId="ADAL" clId="{785CD9B2-4D33-4C19-84B1-6C3913A4E3DD}" dt="2026-07-11T16:45:57.966" v="477" actId="1076"/>
          <ac:picMkLst>
            <pc:docMk/>
            <pc:sldMk cId="4275910920" sldId="274"/>
            <ac:picMk id="5" creationId="{0C26BD5B-DDBD-43AD-AD9A-A0CEC2B4A5C9}"/>
          </ac:picMkLst>
        </pc:picChg>
        <pc:picChg chg="del">
          <ac:chgData name="Het  Patel" userId="33441a96-4037-441c-b3ff-fda27bc877de" providerId="ADAL" clId="{785CD9B2-4D33-4C19-84B1-6C3913A4E3DD}" dt="2026-07-11T08:45:28.884" v="57" actId="478"/>
          <ac:picMkLst>
            <pc:docMk/>
            <pc:sldMk cId="4275910920" sldId="274"/>
            <ac:picMk id="7" creationId="{00000000-0000-0000-0000-000000000000}"/>
          </ac:picMkLst>
        </pc:picChg>
        <pc:picChg chg="del mod">
          <ac:chgData name="Het  Patel" userId="33441a96-4037-441c-b3ff-fda27bc877de" providerId="ADAL" clId="{785CD9B2-4D33-4C19-84B1-6C3913A4E3DD}" dt="2026-07-11T16:43:58.868" v="459" actId="478"/>
          <ac:picMkLst>
            <pc:docMk/>
            <pc:sldMk cId="4275910920" sldId="274"/>
            <ac:picMk id="9" creationId="{00000000-0000-0000-0000-000000000000}"/>
          </ac:picMkLst>
        </pc:picChg>
        <pc:picChg chg="del mod">
          <ac:chgData name="Het  Patel" userId="33441a96-4037-441c-b3ff-fda27bc877de" providerId="ADAL" clId="{785CD9B2-4D33-4C19-84B1-6C3913A4E3DD}" dt="2026-07-11T16:45:45.159" v="472" actId="478"/>
          <ac:picMkLst>
            <pc:docMk/>
            <pc:sldMk cId="4275910920" sldId="274"/>
            <ac:picMk id="11" creationId="{00000000-0000-0000-0000-000000000000}"/>
          </ac:picMkLst>
        </pc:picChg>
        <pc:picChg chg="add mod">
          <ac:chgData name="Het  Patel" userId="33441a96-4037-441c-b3ff-fda27bc877de" providerId="ADAL" clId="{785CD9B2-4D33-4C19-84B1-6C3913A4E3DD}" dt="2026-07-11T08:45:38.356" v="58"/>
          <ac:picMkLst>
            <pc:docMk/>
            <pc:sldMk cId="4275910920" sldId="274"/>
            <ac:picMk id="14" creationId="{020CB9B7-885A-4D63-B1E7-8CC59F53C34D}"/>
          </ac:picMkLst>
        </pc:picChg>
        <pc:picChg chg="add mod">
          <ac:chgData name="Het  Patel" userId="33441a96-4037-441c-b3ff-fda27bc877de" providerId="ADAL" clId="{785CD9B2-4D33-4C19-84B1-6C3913A4E3DD}" dt="2026-07-11T08:45:38.356" v="58"/>
          <ac:picMkLst>
            <pc:docMk/>
            <pc:sldMk cId="4275910920" sldId="274"/>
            <ac:picMk id="16" creationId="{A8C3D0E5-3211-4409-A9D7-A2E722EDC57C}"/>
          </ac:picMkLst>
        </pc:picChg>
        <pc:picChg chg="add mod">
          <ac:chgData name="Het  Patel" userId="33441a96-4037-441c-b3ff-fda27bc877de" providerId="ADAL" clId="{785CD9B2-4D33-4C19-84B1-6C3913A4E3DD}" dt="2026-07-11T16:44:08.182" v="462" actId="1076"/>
          <ac:picMkLst>
            <pc:docMk/>
            <pc:sldMk cId="4275910920" sldId="274"/>
            <ac:picMk id="17" creationId="{FE6C9B3C-680F-4277-8CE5-C5BCCDE81CBB}"/>
          </ac:picMkLst>
        </pc:picChg>
      </pc:sldChg>
      <pc:sldChg chg="delSp modSp add mod">
        <pc:chgData name="Het  Patel" userId="33441a96-4037-441c-b3ff-fda27bc877de" providerId="ADAL" clId="{785CD9B2-4D33-4C19-84B1-6C3913A4E3DD}" dt="2026-07-12T05:09:17.604" v="1216" actId="20577"/>
        <pc:sldMkLst>
          <pc:docMk/>
          <pc:sldMk cId="3429454968" sldId="526"/>
        </pc:sldMkLst>
        <pc:spChg chg="mod">
          <ac:chgData name="Het  Patel" userId="33441a96-4037-441c-b3ff-fda27bc877de" providerId="ADAL" clId="{785CD9B2-4D33-4C19-84B1-6C3913A4E3DD}" dt="2026-07-11T17:12:27.047" v="731" actId="2711"/>
          <ac:spMkLst>
            <pc:docMk/>
            <pc:sldMk cId="3429454968" sldId="526"/>
            <ac:spMk id="3" creationId="{3DC20EC1-B338-41BC-91AC-B406C28AEE35}"/>
          </ac:spMkLst>
        </pc:spChg>
        <pc:spChg chg="mod">
          <ac:chgData name="Het  Patel" userId="33441a96-4037-441c-b3ff-fda27bc877de" providerId="ADAL" clId="{785CD9B2-4D33-4C19-84B1-6C3913A4E3DD}" dt="2026-07-11T16:30:18.290" v="404" actId="207"/>
          <ac:spMkLst>
            <pc:docMk/>
            <pc:sldMk cId="3429454968" sldId="526"/>
            <ac:spMk id="5" creationId="{6AFD59AF-465D-4754-82FB-95CD9EBF6759}"/>
          </ac:spMkLst>
        </pc:spChg>
        <pc:spChg chg="mod">
          <ac:chgData name="Het  Patel" userId="33441a96-4037-441c-b3ff-fda27bc877de" providerId="ADAL" clId="{785CD9B2-4D33-4C19-84B1-6C3913A4E3DD}" dt="2026-07-11T16:31:32.529" v="405" actId="14100"/>
          <ac:spMkLst>
            <pc:docMk/>
            <pc:sldMk cId="3429454968" sldId="526"/>
            <ac:spMk id="6" creationId="{8F4628D7-2AA6-426D-AC76-20068CC90979}"/>
          </ac:spMkLst>
        </pc:spChg>
        <pc:spChg chg="mod">
          <ac:chgData name="Het  Patel" userId="33441a96-4037-441c-b3ff-fda27bc877de" providerId="ADAL" clId="{785CD9B2-4D33-4C19-84B1-6C3913A4E3DD}" dt="2026-07-11T17:12:27.047" v="731" actId="2711"/>
          <ac:spMkLst>
            <pc:docMk/>
            <pc:sldMk cId="3429454968" sldId="526"/>
            <ac:spMk id="7" creationId="{189ED434-C2A9-460A-9051-87A621551A0C}"/>
          </ac:spMkLst>
        </pc:spChg>
        <pc:spChg chg="mod">
          <ac:chgData name="Het  Patel" userId="33441a96-4037-441c-b3ff-fda27bc877de" providerId="ADAL" clId="{785CD9B2-4D33-4C19-84B1-6C3913A4E3DD}" dt="2026-07-11T17:12:27.047" v="731" actId="2711"/>
          <ac:spMkLst>
            <pc:docMk/>
            <pc:sldMk cId="3429454968" sldId="526"/>
            <ac:spMk id="8" creationId="{E0DD35D6-0222-4BD6-B734-0D9BA691D1CD}"/>
          </ac:spMkLst>
        </pc:spChg>
        <pc:spChg chg="mod">
          <ac:chgData name="Het  Patel" userId="33441a96-4037-441c-b3ff-fda27bc877de" providerId="ADAL" clId="{785CD9B2-4D33-4C19-84B1-6C3913A4E3DD}" dt="2026-07-11T16:30:18.290" v="404" actId="207"/>
          <ac:spMkLst>
            <pc:docMk/>
            <pc:sldMk cId="3429454968" sldId="526"/>
            <ac:spMk id="10" creationId="{011B4437-9FF2-4DB4-A1B7-0B0F313F830C}"/>
          </ac:spMkLst>
        </pc:spChg>
        <pc:spChg chg="mod">
          <ac:chgData name="Het  Patel" userId="33441a96-4037-441c-b3ff-fda27bc877de" providerId="ADAL" clId="{785CD9B2-4D33-4C19-84B1-6C3913A4E3DD}" dt="2026-07-11T16:31:32.529" v="405" actId="14100"/>
          <ac:spMkLst>
            <pc:docMk/>
            <pc:sldMk cId="3429454968" sldId="526"/>
            <ac:spMk id="11" creationId="{41C371ED-E99A-45B1-A575-424F7017D4A5}"/>
          </ac:spMkLst>
        </pc:spChg>
        <pc:spChg chg="mod">
          <ac:chgData name="Het  Patel" userId="33441a96-4037-441c-b3ff-fda27bc877de" providerId="ADAL" clId="{785CD9B2-4D33-4C19-84B1-6C3913A4E3DD}" dt="2026-07-11T17:12:27.047" v="731" actId="2711"/>
          <ac:spMkLst>
            <pc:docMk/>
            <pc:sldMk cId="3429454968" sldId="526"/>
            <ac:spMk id="12" creationId="{51338945-2A25-4644-832D-0687B615E500}"/>
          </ac:spMkLst>
        </pc:spChg>
        <pc:spChg chg="mod">
          <ac:chgData name="Het  Patel" userId="33441a96-4037-441c-b3ff-fda27bc877de" providerId="ADAL" clId="{785CD9B2-4D33-4C19-84B1-6C3913A4E3DD}" dt="2026-07-11T17:12:27.047" v="731" actId="2711"/>
          <ac:spMkLst>
            <pc:docMk/>
            <pc:sldMk cId="3429454968" sldId="526"/>
            <ac:spMk id="13" creationId="{EF49B3B0-3636-4EBE-A736-D6E38B3C05E5}"/>
          </ac:spMkLst>
        </pc:spChg>
        <pc:spChg chg="mod">
          <ac:chgData name="Het  Patel" userId="33441a96-4037-441c-b3ff-fda27bc877de" providerId="ADAL" clId="{785CD9B2-4D33-4C19-84B1-6C3913A4E3DD}" dt="2026-07-11T17:12:27.047" v="731" actId="2711"/>
          <ac:spMkLst>
            <pc:docMk/>
            <pc:sldMk cId="3429454968" sldId="526"/>
            <ac:spMk id="14" creationId="{157DD50A-A112-439F-B352-17B064A09EDD}"/>
          </ac:spMkLst>
        </pc:spChg>
        <pc:spChg chg="mod">
          <ac:chgData name="Het  Patel" userId="33441a96-4037-441c-b3ff-fda27bc877de" providerId="ADAL" clId="{785CD9B2-4D33-4C19-84B1-6C3913A4E3DD}" dt="2026-07-11T16:30:18.290" v="404" actId="207"/>
          <ac:spMkLst>
            <pc:docMk/>
            <pc:sldMk cId="3429454968" sldId="526"/>
            <ac:spMk id="15" creationId="{43E2B70E-35F9-4022-8051-11EA9DF7191A}"/>
          </ac:spMkLst>
        </pc:spChg>
        <pc:spChg chg="mod">
          <ac:chgData name="Het  Patel" userId="33441a96-4037-441c-b3ff-fda27bc877de" providerId="ADAL" clId="{785CD9B2-4D33-4C19-84B1-6C3913A4E3DD}" dt="2026-07-11T16:31:32.529" v="405" actId="14100"/>
          <ac:spMkLst>
            <pc:docMk/>
            <pc:sldMk cId="3429454968" sldId="526"/>
            <ac:spMk id="16" creationId="{5E7995A1-43A1-41F4-8E49-051DA5249809}"/>
          </ac:spMkLst>
        </pc:spChg>
        <pc:spChg chg="mod">
          <ac:chgData name="Het  Patel" userId="33441a96-4037-441c-b3ff-fda27bc877de" providerId="ADAL" clId="{785CD9B2-4D33-4C19-84B1-6C3913A4E3DD}" dt="2026-07-11T17:12:27.047" v="731" actId="2711"/>
          <ac:spMkLst>
            <pc:docMk/>
            <pc:sldMk cId="3429454968" sldId="526"/>
            <ac:spMk id="17" creationId="{CE248CB9-60A3-4D17-9AD4-6300705A0FF3}"/>
          </ac:spMkLst>
        </pc:spChg>
        <pc:spChg chg="mod">
          <ac:chgData name="Het  Patel" userId="33441a96-4037-441c-b3ff-fda27bc877de" providerId="ADAL" clId="{785CD9B2-4D33-4C19-84B1-6C3913A4E3DD}" dt="2026-07-11T17:12:27.047" v="731" actId="2711"/>
          <ac:spMkLst>
            <pc:docMk/>
            <pc:sldMk cId="3429454968" sldId="526"/>
            <ac:spMk id="18" creationId="{E45C4A64-DE50-4FA3-990B-B43EFFA8C886}"/>
          </ac:spMkLst>
        </pc:spChg>
        <pc:spChg chg="mod">
          <ac:chgData name="Het  Patel" userId="33441a96-4037-441c-b3ff-fda27bc877de" providerId="ADAL" clId="{785CD9B2-4D33-4C19-84B1-6C3913A4E3DD}" dt="2026-07-11T17:12:27.047" v="731" actId="2711"/>
          <ac:spMkLst>
            <pc:docMk/>
            <pc:sldMk cId="3429454968" sldId="526"/>
            <ac:spMk id="19" creationId="{3EF477D1-2E24-4216-981A-88A06D389634}"/>
          </ac:spMkLst>
        </pc:spChg>
        <pc:spChg chg="mod">
          <ac:chgData name="Het  Patel" userId="33441a96-4037-441c-b3ff-fda27bc877de" providerId="ADAL" clId="{785CD9B2-4D33-4C19-84B1-6C3913A4E3DD}" dt="2026-07-11T16:30:18.290" v="404" actId="207"/>
          <ac:spMkLst>
            <pc:docMk/>
            <pc:sldMk cId="3429454968" sldId="526"/>
            <ac:spMk id="20" creationId="{11D8CA26-A637-4F3E-ABD5-C123826A2A9B}"/>
          </ac:spMkLst>
        </pc:spChg>
        <pc:spChg chg="mod">
          <ac:chgData name="Het  Patel" userId="33441a96-4037-441c-b3ff-fda27bc877de" providerId="ADAL" clId="{785CD9B2-4D33-4C19-84B1-6C3913A4E3DD}" dt="2026-07-11T16:31:32.529" v="405" actId="14100"/>
          <ac:spMkLst>
            <pc:docMk/>
            <pc:sldMk cId="3429454968" sldId="526"/>
            <ac:spMk id="21" creationId="{4AAE448A-585C-4010-89E6-C75CA3FC5DE3}"/>
          </ac:spMkLst>
        </pc:spChg>
        <pc:spChg chg="mod">
          <ac:chgData name="Het  Patel" userId="33441a96-4037-441c-b3ff-fda27bc877de" providerId="ADAL" clId="{785CD9B2-4D33-4C19-84B1-6C3913A4E3DD}" dt="2026-07-11T17:12:27.047" v="731" actId="2711"/>
          <ac:spMkLst>
            <pc:docMk/>
            <pc:sldMk cId="3429454968" sldId="526"/>
            <ac:spMk id="22" creationId="{512C4D88-00E2-4DD7-A932-9905E8024B35}"/>
          </ac:spMkLst>
        </pc:spChg>
        <pc:spChg chg="mod">
          <ac:chgData name="Het  Patel" userId="33441a96-4037-441c-b3ff-fda27bc877de" providerId="ADAL" clId="{785CD9B2-4D33-4C19-84B1-6C3913A4E3DD}" dt="2026-07-11T17:12:27.047" v="731" actId="2711"/>
          <ac:spMkLst>
            <pc:docMk/>
            <pc:sldMk cId="3429454968" sldId="526"/>
            <ac:spMk id="23" creationId="{CBC4CE2A-10D0-46C7-85F4-A9F307994378}"/>
          </ac:spMkLst>
        </pc:spChg>
        <pc:spChg chg="mod">
          <ac:chgData name="Het  Patel" userId="33441a96-4037-441c-b3ff-fda27bc877de" providerId="ADAL" clId="{785CD9B2-4D33-4C19-84B1-6C3913A4E3DD}" dt="2026-07-11T17:12:27.047" v="731" actId="2711"/>
          <ac:spMkLst>
            <pc:docMk/>
            <pc:sldMk cId="3429454968" sldId="526"/>
            <ac:spMk id="24" creationId="{58628E27-DF6B-4736-94B7-18CA234521CA}"/>
          </ac:spMkLst>
        </pc:spChg>
        <pc:spChg chg="mod">
          <ac:chgData name="Het  Patel" userId="33441a96-4037-441c-b3ff-fda27bc877de" providerId="ADAL" clId="{785CD9B2-4D33-4C19-84B1-6C3913A4E3DD}" dt="2026-07-11T16:30:18.290" v="404" actId="207"/>
          <ac:spMkLst>
            <pc:docMk/>
            <pc:sldMk cId="3429454968" sldId="526"/>
            <ac:spMk id="25" creationId="{24E3DA92-7E4A-41E2-9D0B-D9FE75C44070}"/>
          </ac:spMkLst>
        </pc:spChg>
        <pc:spChg chg="mod">
          <ac:chgData name="Het  Patel" userId="33441a96-4037-441c-b3ff-fda27bc877de" providerId="ADAL" clId="{785CD9B2-4D33-4C19-84B1-6C3913A4E3DD}" dt="2026-07-11T16:31:32.529" v="405" actId="14100"/>
          <ac:spMkLst>
            <pc:docMk/>
            <pc:sldMk cId="3429454968" sldId="526"/>
            <ac:spMk id="26" creationId="{F08A159C-3BB1-4954-91C1-75F48D4FA41E}"/>
          </ac:spMkLst>
        </pc:spChg>
        <pc:spChg chg="mod">
          <ac:chgData name="Het  Patel" userId="33441a96-4037-441c-b3ff-fda27bc877de" providerId="ADAL" clId="{785CD9B2-4D33-4C19-84B1-6C3913A4E3DD}" dt="2026-07-11T17:12:27.047" v="731" actId="2711"/>
          <ac:spMkLst>
            <pc:docMk/>
            <pc:sldMk cId="3429454968" sldId="526"/>
            <ac:spMk id="27" creationId="{771C8509-92E7-4C7E-B0F2-D17BE51B1299}"/>
          </ac:spMkLst>
        </pc:spChg>
        <pc:spChg chg="mod">
          <ac:chgData name="Het  Patel" userId="33441a96-4037-441c-b3ff-fda27bc877de" providerId="ADAL" clId="{785CD9B2-4D33-4C19-84B1-6C3913A4E3DD}" dt="2026-07-11T17:12:27.047" v="731" actId="2711"/>
          <ac:spMkLst>
            <pc:docMk/>
            <pc:sldMk cId="3429454968" sldId="526"/>
            <ac:spMk id="28" creationId="{7D7A410E-09E6-4818-AD5D-EB5E65D75188}"/>
          </ac:spMkLst>
        </pc:spChg>
        <pc:spChg chg="mod">
          <ac:chgData name="Het  Patel" userId="33441a96-4037-441c-b3ff-fda27bc877de" providerId="ADAL" clId="{785CD9B2-4D33-4C19-84B1-6C3913A4E3DD}" dt="2026-07-11T17:12:27.047" v="731" actId="2711"/>
          <ac:spMkLst>
            <pc:docMk/>
            <pc:sldMk cId="3429454968" sldId="526"/>
            <ac:spMk id="29" creationId="{7DB1D013-7640-42F2-9435-F99E7FFB2656}"/>
          </ac:spMkLst>
        </pc:spChg>
        <pc:spChg chg="mod">
          <ac:chgData name="Het  Patel" userId="33441a96-4037-441c-b3ff-fda27bc877de" providerId="ADAL" clId="{785CD9B2-4D33-4C19-84B1-6C3913A4E3DD}" dt="2026-07-11T16:30:18.290" v="404" actId="207"/>
          <ac:spMkLst>
            <pc:docMk/>
            <pc:sldMk cId="3429454968" sldId="526"/>
            <ac:spMk id="30" creationId="{7B95EC07-98FA-426C-ADBD-9DF03EBCF5FB}"/>
          </ac:spMkLst>
        </pc:spChg>
        <pc:spChg chg="mod">
          <ac:chgData name="Het  Patel" userId="33441a96-4037-441c-b3ff-fda27bc877de" providerId="ADAL" clId="{785CD9B2-4D33-4C19-84B1-6C3913A4E3DD}" dt="2026-07-11T16:31:32.529" v="405" actId="14100"/>
          <ac:spMkLst>
            <pc:docMk/>
            <pc:sldMk cId="3429454968" sldId="526"/>
            <ac:spMk id="31" creationId="{D34B649A-E1CA-4046-BF90-6784F6E9E1EC}"/>
          </ac:spMkLst>
        </pc:spChg>
        <pc:spChg chg="mod">
          <ac:chgData name="Het  Patel" userId="33441a96-4037-441c-b3ff-fda27bc877de" providerId="ADAL" clId="{785CD9B2-4D33-4C19-84B1-6C3913A4E3DD}" dt="2026-07-11T17:12:27.047" v="731" actId="2711"/>
          <ac:spMkLst>
            <pc:docMk/>
            <pc:sldMk cId="3429454968" sldId="526"/>
            <ac:spMk id="32" creationId="{12EEAAE6-9C41-4187-A846-5FE45EA4C803}"/>
          </ac:spMkLst>
        </pc:spChg>
        <pc:spChg chg="mod">
          <ac:chgData name="Het  Patel" userId="33441a96-4037-441c-b3ff-fda27bc877de" providerId="ADAL" clId="{785CD9B2-4D33-4C19-84B1-6C3913A4E3DD}" dt="2026-07-12T05:09:17.604" v="1216" actId="20577"/>
          <ac:spMkLst>
            <pc:docMk/>
            <pc:sldMk cId="3429454968" sldId="526"/>
            <ac:spMk id="33" creationId="{0DBD934E-AAAB-4050-A998-B3EAF2F6131F}"/>
          </ac:spMkLst>
        </pc:spChg>
        <pc:spChg chg="mod">
          <ac:chgData name="Het  Patel" userId="33441a96-4037-441c-b3ff-fda27bc877de" providerId="ADAL" clId="{785CD9B2-4D33-4C19-84B1-6C3913A4E3DD}" dt="2026-07-11T17:12:27.047" v="731" actId="2711"/>
          <ac:spMkLst>
            <pc:docMk/>
            <pc:sldMk cId="3429454968" sldId="526"/>
            <ac:spMk id="34" creationId="{208F355E-3D53-49B5-941F-B85C6584CDE0}"/>
          </ac:spMkLst>
        </pc:spChg>
        <pc:spChg chg="del mod">
          <ac:chgData name="Het  Patel" userId="33441a96-4037-441c-b3ff-fda27bc877de" providerId="ADAL" clId="{785CD9B2-4D33-4C19-84B1-6C3913A4E3DD}" dt="2026-07-11T17:14:04.144" v="734" actId="478"/>
          <ac:spMkLst>
            <pc:docMk/>
            <pc:sldMk cId="3429454968" sldId="526"/>
            <ac:spMk id="96" creationId="{00000000-0000-0000-0000-000000000000}"/>
          </ac:spMkLst>
        </pc:spChg>
      </pc:sldChg>
      <pc:sldChg chg="add del">
        <pc:chgData name="Het  Patel" userId="33441a96-4037-441c-b3ff-fda27bc877de" providerId="ADAL" clId="{785CD9B2-4D33-4C19-84B1-6C3913A4E3DD}" dt="2026-07-11T16:53:55.659" v="514" actId="47"/>
        <pc:sldMkLst>
          <pc:docMk/>
          <pc:sldMk cId="3030818038" sldId="527"/>
        </pc:sldMkLst>
      </pc:sldChg>
      <pc:sldChg chg="modSp add del mod modTransition">
        <pc:chgData name="Het  Patel" userId="33441a96-4037-441c-b3ff-fda27bc877de" providerId="ADAL" clId="{785CD9B2-4D33-4C19-84B1-6C3913A4E3DD}" dt="2026-07-11T16:52:20.373" v="493" actId="47"/>
        <pc:sldMkLst>
          <pc:docMk/>
          <pc:sldMk cId="3867423338" sldId="527"/>
        </pc:sldMkLst>
        <pc:picChg chg="mod">
          <ac:chgData name="Het  Patel" userId="33441a96-4037-441c-b3ff-fda27bc877de" providerId="ADAL" clId="{785CD9B2-4D33-4C19-84B1-6C3913A4E3DD}" dt="2026-07-11T16:33:19.285" v="414" actId="1076"/>
          <ac:picMkLst>
            <pc:docMk/>
            <pc:sldMk cId="3867423338" sldId="527"/>
            <ac:picMk id="5" creationId="{223DAC25-9D19-4391-A265-9973F6C231B9}"/>
          </ac:picMkLst>
        </pc:picChg>
      </pc:sldChg>
      <pc:sldChg chg="addSp modSp add mod modTransition">
        <pc:chgData name="Het  Patel" userId="33441a96-4037-441c-b3ff-fda27bc877de" providerId="ADAL" clId="{785CD9B2-4D33-4C19-84B1-6C3913A4E3DD}" dt="2026-07-12T12:59:55.442" v="2052" actId="20577"/>
        <pc:sldMkLst>
          <pc:docMk/>
          <pc:sldMk cId="3943211521" sldId="527"/>
        </pc:sldMkLst>
        <pc:spChg chg="mod">
          <ac:chgData name="Het  Patel" userId="33441a96-4037-441c-b3ff-fda27bc877de" providerId="ADAL" clId="{785CD9B2-4D33-4C19-84B1-6C3913A4E3DD}" dt="2026-07-11T17:11:24.232" v="723" actId="2711"/>
          <ac:spMkLst>
            <pc:docMk/>
            <pc:sldMk cId="3943211521" sldId="527"/>
            <ac:spMk id="2" creationId="{00000000-0000-0000-0000-000000000000}"/>
          </ac:spMkLst>
        </pc:spChg>
        <pc:spChg chg="mod">
          <ac:chgData name="Het  Patel" userId="33441a96-4037-441c-b3ff-fda27bc877de" providerId="ADAL" clId="{785CD9B2-4D33-4C19-84B1-6C3913A4E3DD}" dt="2026-07-11T17:11:24.232" v="723" actId="2711"/>
          <ac:spMkLst>
            <pc:docMk/>
            <pc:sldMk cId="3943211521" sldId="527"/>
            <ac:spMk id="3" creationId="{00000000-0000-0000-0000-000000000000}"/>
          </ac:spMkLst>
        </pc:spChg>
        <pc:spChg chg="add mod">
          <ac:chgData name="Het  Patel" userId="33441a96-4037-441c-b3ff-fda27bc877de" providerId="ADAL" clId="{785CD9B2-4D33-4C19-84B1-6C3913A4E3DD}" dt="2026-07-12T12:59:55.442" v="2052" actId="20577"/>
          <ac:spMkLst>
            <pc:docMk/>
            <pc:sldMk cId="3943211521" sldId="527"/>
            <ac:spMk id="7" creationId="{5E6053B6-4AB1-420A-A7C9-3EF3097E7400}"/>
          </ac:spMkLst>
        </pc:spChg>
        <pc:picChg chg="add mod ord">
          <ac:chgData name="Het  Patel" userId="33441a96-4037-441c-b3ff-fda27bc877de" providerId="ADAL" clId="{785CD9B2-4D33-4C19-84B1-6C3913A4E3DD}" dt="2026-07-12T12:57:42.730" v="2037" actId="167"/>
          <ac:picMkLst>
            <pc:docMk/>
            <pc:sldMk cId="3943211521" sldId="527"/>
            <ac:picMk id="5" creationId="{EEFFE581-2FEB-44D5-AD75-07EE5B2C18F5}"/>
          </ac:picMkLst>
        </pc:picChg>
        <pc:picChg chg="mod">
          <ac:chgData name="Het  Patel" userId="33441a96-4037-441c-b3ff-fda27bc877de" providerId="ADAL" clId="{785CD9B2-4D33-4C19-84B1-6C3913A4E3DD}" dt="2026-07-11T16:54:22.644" v="524" actId="14100"/>
          <ac:picMkLst>
            <pc:docMk/>
            <pc:sldMk cId="3943211521" sldId="527"/>
            <ac:picMk id="8" creationId="{B352761B-9B9E-49C0-82C3-369F86E44258}"/>
          </ac:picMkLst>
        </pc:picChg>
        <pc:picChg chg="mod">
          <ac:chgData name="Het  Patel" userId="33441a96-4037-441c-b3ff-fda27bc877de" providerId="ADAL" clId="{785CD9B2-4D33-4C19-84B1-6C3913A4E3DD}" dt="2026-07-11T16:54:26.484" v="525" actId="1076"/>
          <ac:picMkLst>
            <pc:docMk/>
            <pc:sldMk cId="3943211521" sldId="527"/>
            <ac:picMk id="9" creationId="{2367D9D3-AF74-41EC-B3C2-600C92DC08D4}"/>
          </ac:picMkLst>
        </pc:picChg>
      </pc:sldChg>
      <pc:sldChg chg="add del">
        <pc:chgData name="Het  Patel" userId="33441a96-4037-441c-b3ff-fda27bc877de" providerId="ADAL" clId="{785CD9B2-4D33-4C19-84B1-6C3913A4E3DD}" dt="2026-07-11T16:53:55.659" v="514" actId="47"/>
        <pc:sldMkLst>
          <pc:docMk/>
          <pc:sldMk cId="1858527748" sldId="528"/>
        </pc:sldMkLst>
      </pc:sldChg>
      <pc:sldChg chg="add del modTransition">
        <pc:chgData name="Het  Patel" userId="33441a96-4037-441c-b3ff-fda27bc877de" providerId="ADAL" clId="{785CD9B2-4D33-4C19-84B1-6C3913A4E3DD}" dt="2026-07-11T16:52:20.373" v="493" actId="47"/>
        <pc:sldMkLst>
          <pc:docMk/>
          <pc:sldMk cId="3288686632" sldId="528"/>
        </pc:sldMkLst>
      </pc:sldChg>
      <pc:sldChg chg="delSp modSp add del mod">
        <pc:chgData name="Het  Patel" userId="33441a96-4037-441c-b3ff-fda27bc877de" providerId="ADAL" clId="{785CD9B2-4D33-4C19-84B1-6C3913A4E3DD}" dt="2026-07-11T16:58:07.662" v="574" actId="47"/>
        <pc:sldMkLst>
          <pc:docMk/>
          <pc:sldMk cId="3899660053" sldId="528"/>
        </pc:sldMkLst>
        <pc:picChg chg="del mod">
          <ac:chgData name="Het  Patel" userId="33441a96-4037-441c-b3ff-fda27bc877de" providerId="ADAL" clId="{785CD9B2-4D33-4C19-84B1-6C3913A4E3DD}" dt="2026-07-11T16:58:02.257" v="573" actId="478"/>
          <ac:picMkLst>
            <pc:docMk/>
            <pc:sldMk cId="3899660053" sldId="528"/>
            <ac:picMk id="5" creationId="{52B0FE72-9387-4E1D-917E-8854D0F519ED}"/>
          </ac:picMkLst>
        </pc:picChg>
        <pc:picChg chg="del">
          <ac:chgData name="Het  Patel" userId="33441a96-4037-441c-b3ff-fda27bc877de" providerId="ADAL" clId="{785CD9B2-4D33-4C19-84B1-6C3913A4E3DD}" dt="2026-07-11T16:57:40.950" v="566" actId="478"/>
          <ac:picMkLst>
            <pc:docMk/>
            <pc:sldMk cId="3899660053" sldId="528"/>
            <ac:picMk id="8" creationId="{B352761B-9B9E-49C0-82C3-369F86E44258}"/>
          </ac:picMkLst>
        </pc:picChg>
        <pc:picChg chg="del">
          <ac:chgData name="Het  Patel" userId="33441a96-4037-441c-b3ff-fda27bc877de" providerId="ADAL" clId="{785CD9B2-4D33-4C19-84B1-6C3913A4E3DD}" dt="2026-07-11T16:57:39.686" v="565" actId="478"/>
          <ac:picMkLst>
            <pc:docMk/>
            <pc:sldMk cId="3899660053" sldId="528"/>
            <ac:picMk id="9" creationId="{2367D9D3-AF74-41EC-B3C2-600C92DC08D4}"/>
          </ac:picMkLst>
        </pc:picChg>
      </pc:sldChg>
      <pc:sldChg chg="add del">
        <pc:chgData name="Het  Patel" userId="33441a96-4037-441c-b3ff-fda27bc877de" providerId="ADAL" clId="{785CD9B2-4D33-4C19-84B1-6C3913A4E3DD}" dt="2026-07-11T16:53:55.659" v="514" actId="47"/>
        <pc:sldMkLst>
          <pc:docMk/>
          <pc:sldMk cId="1160691953" sldId="529"/>
        </pc:sldMkLst>
      </pc:sldChg>
      <pc:sldChg chg="add del">
        <pc:chgData name="Het  Patel" userId="33441a96-4037-441c-b3ff-fda27bc877de" providerId="ADAL" clId="{785CD9B2-4D33-4C19-84B1-6C3913A4E3DD}" dt="2026-07-11T16:58:10.287" v="575" actId="47"/>
        <pc:sldMkLst>
          <pc:docMk/>
          <pc:sldMk cId="2247322236" sldId="529"/>
        </pc:sldMkLst>
      </pc:sldChg>
      <pc:sldChg chg="add del">
        <pc:chgData name="Het  Patel" userId="33441a96-4037-441c-b3ff-fda27bc877de" providerId="ADAL" clId="{785CD9B2-4D33-4C19-84B1-6C3913A4E3DD}" dt="2026-07-11T16:52:20.373" v="493" actId="47"/>
        <pc:sldMkLst>
          <pc:docMk/>
          <pc:sldMk cId="3890552463" sldId="529"/>
        </pc:sldMkLst>
      </pc:sldChg>
      <pc:sldChg chg="add del">
        <pc:chgData name="Het  Patel" userId="33441a96-4037-441c-b3ff-fda27bc877de" providerId="ADAL" clId="{785CD9B2-4D33-4C19-84B1-6C3913A4E3DD}" dt="2026-07-11T16:52:20.373" v="493" actId="47"/>
        <pc:sldMkLst>
          <pc:docMk/>
          <pc:sldMk cId="694775165" sldId="530"/>
        </pc:sldMkLst>
      </pc:sldChg>
      <pc:sldChg chg="delSp modSp add del mod">
        <pc:chgData name="Het  Patel" userId="33441a96-4037-441c-b3ff-fda27bc877de" providerId="ADAL" clId="{785CD9B2-4D33-4C19-84B1-6C3913A4E3DD}" dt="2026-07-11T16:53:55.659" v="514" actId="47"/>
        <pc:sldMkLst>
          <pc:docMk/>
          <pc:sldMk cId="2196224538" sldId="530"/>
        </pc:sldMkLst>
        <pc:picChg chg="del mod">
          <ac:chgData name="Het  Patel" userId="33441a96-4037-441c-b3ff-fda27bc877de" providerId="ADAL" clId="{785CD9B2-4D33-4C19-84B1-6C3913A4E3DD}" dt="2026-07-11T16:53:24.561" v="507" actId="21"/>
          <ac:picMkLst>
            <pc:docMk/>
            <pc:sldMk cId="2196224538" sldId="530"/>
            <ac:picMk id="5" creationId="{CE59B51F-D905-4F96-B53F-482C29617280}"/>
          </ac:picMkLst>
        </pc:picChg>
      </pc:sldChg>
      <pc:sldChg chg="add del">
        <pc:chgData name="Het  Patel" userId="33441a96-4037-441c-b3ff-fda27bc877de" providerId="ADAL" clId="{785CD9B2-4D33-4C19-84B1-6C3913A4E3DD}" dt="2026-07-11T16:58:11.330" v="576" actId="47"/>
        <pc:sldMkLst>
          <pc:docMk/>
          <pc:sldMk cId="2589078871" sldId="530"/>
        </pc:sldMkLst>
      </pc:sldChg>
      <pc:sldChg chg="addSp delSp modSp add mod">
        <pc:chgData name="Het  Patel" userId="33441a96-4037-441c-b3ff-fda27bc877de" providerId="ADAL" clId="{785CD9B2-4D33-4C19-84B1-6C3913A4E3DD}" dt="2026-07-12T13:00:17.126" v="2056" actId="1076"/>
        <pc:sldMkLst>
          <pc:docMk/>
          <pc:sldMk cId="3067676190" sldId="531"/>
        </pc:sldMkLst>
        <pc:spChg chg="mod">
          <ac:chgData name="Het  Patel" userId="33441a96-4037-441c-b3ff-fda27bc877de" providerId="ADAL" clId="{785CD9B2-4D33-4C19-84B1-6C3913A4E3DD}" dt="2026-07-11T17:11:32.765" v="724" actId="2711"/>
          <ac:spMkLst>
            <pc:docMk/>
            <pc:sldMk cId="3067676190" sldId="531"/>
            <ac:spMk id="2" creationId="{00000000-0000-0000-0000-000000000000}"/>
          </ac:spMkLst>
        </pc:spChg>
        <pc:spChg chg="mod">
          <ac:chgData name="Het  Patel" userId="33441a96-4037-441c-b3ff-fda27bc877de" providerId="ADAL" clId="{785CD9B2-4D33-4C19-84B1-6C3913A4E3DD}" dt="2026-07-11T17:11:32.765" v="724" actId="2711"/>
          <ac:spMkLst>
            <pc:docMk/>
            <pc:sldMk cId="3067676190" sldId="531"/>
            <ac:spMk id="3" creationId="{00000000-0000-0000-0000-000000000000}"/>
          </ac:spMkLst>
        </pc:spChg>
        <pc:spChg chg="add mod">
          <ac:chgData name="Het  Patel" userId="33441a96-4037-441c-b3ff-fda27bc877de" providerId="ADAL" clId="{785CD9B2-4D33-4C19-84B1-6C3913A4E3DD}" dt="2026-07-12T13:00:17.126" v="2056" actId="1076"/>
          <ac:spMkLst>
            <pc:docMk/>
            <pc:sldMk cId="3067676190" sldId="531"/>
            <ac:spMk id="11" creationId="{904DBABF-3D21-4B59-9ABE-FFBB899E2E5A}"/>
          </ac:spMkLst>
        </pc:spChg>
        <pc:picChg chg="mod ord">
          <ac:chgData name="Het  Patel" userId="33441a96-4037-441c-b3ff-fda27bc877de" providerId="ADAL" clId="{785CD9B2-4D33-4C19-84B1-6C3913A4E3DD}" dt="2026-07-11T16:56:15.692" v="550" actId="167"/>
          <ac:picMkLst>
            <pc:docMk/>
            <pc:sldMk cId="3067676190" sldId="531"/>
            <ac:picMk id="5" creationId="{EEFFE581-2FEB-44D5-AD75-07EE5B2C18F5}"/>
          </ac:picMkLst>
        </pc:picChg>
        <pc:picChg chg="del mod">
          <ac:chgData name="Het  Patel" userId="33441a96-4037-441c-b3ff-fda27bc877de" providerId="ADAL" clId="{785CD9B2-4D33-4C19-84B1-6C3913A4E3DD}" dt="2026-07-11T16:56:05.717" v="547" actId="21"/>
          <ac:picMkLst>
            <pc:docMk/>
            <pc:sldMk cId="3067676190" sldId="531"/>
            <ac:picMk id="6" creationId="{0FD67B13-F9B3-4649-A433-C004FB7D3D0A}"/>
          </ac:picMkLst>
        </pc:picChg>
        <pc:picChg chg="mod ord">
          <ac:chgData name="Het  Patel" userId="33441a96-4037-441c-b3ff-fda27bc877de" providerId="ADAL" clId="{785CD9B2-4D33-4C19-84B1-6C3913A4E3DD}" dt="2026-07-12T13:00:12.872" v="2055" actId="1076"/>
          <ac:picMkLst>
            <pc:docMk/>
            <pc:sldMk cId="3067676190" sldId="531"/>
            <ac:picMk id="6" creationId="{A23AEDD5-DC14-47DA-89DC-8CEFAB83A1C8}"/>
          </ac:picMkLst>
        </pc:picChg>
        <pc:picChg chg="add del mod">
          <ac:chgData name="Het  Patel" userId="33441a96-4037-441c-b3ff-fda27bc877de" providerId="ADAL" clId="{785CD9B2-4D33-4C19-84B1-6C3913A4E3DD}" dt="2026-07-12T09:09:38.339" v="1913" actId="478"/>
          <ac:picMkLst>
            <pc:docMk/>
            <pc:sldMk cId="3067676190" sldId="531"/>
            <ac:picMk id="10" creationId="{27B66638-3543-4775-8B27-FFCC67BA7FF9}"/>
          </ac:picMkLst>
        </pc:picChg>
      </pc:sldChg>
      <pc:sldChg chg="addSp delSp modSp add mod">
        <pc:chgData name="Het  Patel" userId="33441a96-4037-441c-b3ff-fda27bc877de" providerId="ADAL" clId="{785CD9B2-4D33-4C19-84B1-6C3913A4E3DD}" dt="2026-07-12T15:44:12.916" v="2261" actId="1076"/>
        <pc:sldMkLst>
          <pc:docMk/>
          <pc:sldMk cId="1223003371" sldId="532"/>
        </pc:sldMkLst>
        <pc:spChg chg="del">
          <ac:chgData name="Het  Patel" userId="33441a96-4037-441c-b3ff-fda27bc877de" providerId="ADAL" clId="{785CD9B2-4D33-4C19-84B1-6C3913A4E3DD}" dt="2026-07-11T17:01:54.559" v="593" actId="478"/>
          <ac:spMkLst>
            <pc:docMk/>
            <pc:sldMk cId="1223003371" sldId="532"/>
            <ac:spMk id="2" creationId="{00000000-0000-0000-0000-000000000000}"/>
          </ac:spMkLst>
        </pc:spChg>
        <pc:spChg chg="add del">
          <ac:chgData name="Het  Patel" userId="33441a96-4037-441c-b3ff-fda27bc877de" providerId="ADAL" clId="{785CD9B2-4D33-4C19-84B1-6C3913A4E3DD}" dt="2026-07-11T17:01:51.259" v="592"/>
          <ac:spMkLst>
            <pc:docMk/>
            <pc:sldMk cId="1223003371" sldId="532"/>
            <ac:spMk id="3" creationId="{0338E292-385A-4306-9FD6-55A67C6EBF89}"/>
          </ac:spMkLst>
        </pc:spChg>
        <pc:spChg chg="del">
          <ac:chgData name="Het  Patel" userId="33441a96-4037-441c-b3ff-fda27bc877de" providerId="ADAL" clId="{785CD9B2-4D33-4C19-84B1-6C3913A4E3DD}" dt="2026-07-11T17:01:54.559" v="593" actId="478"/>
          <ac:spMkLst>
            <pc:docMk/>
            <pc:sldMk cId="1223003371" sldId="532"/>
            <ac:spMk id="4" creationId="{00000000-0000-0000-0000-000000000000}"/>
          </ac:spMkLst>
        </pc:spChg>
        <pc:spChg chg="add del mod">
          <ac:chgData name="Het  Patel" userId="33441a96-4037-441c-b3ff-fda27bc877de" providerId="ADAL" clId="{785CD9B2-4D33-4C19-84B1-6C3913A4E3DD}" dt="2026-07-11T17:03:13.171" v="604" actId="478"/>
          <ac:spMkLst>
            <pc:docMk/>
            <pc:sldMk cId="1223003371" sldId="532"/>
            <ac:spMk id="5" creationId="{A8DC3D5A-C51C-4017-8620-C106EEEB4433}"/>
          </ac:spMkLst>
        </pc:spChg>
        <pc:spChg chg="del">
          <ac:chgData name="Het  Patel" userId="33441a96-4037-441c-b3ff-fda27bc877de" providerId="ADAL" clId="{785CD9B2-4D33-4C19-84B1-6C3913A4E3DD}" dt="2026-07-11T17:01:54.559" v="593" actId="478"/>
          <ac:spMkLst>
            <pc:docMk/>
            <pc:sldMk cId="1223003371" sldId="532"/>
            <ac:spMk id="7" creationId="{00000000-0000-0000-0000-000000000000}"/>
          </ac:spMkLst>
        </pc:spChg>
        <pc:spChg chg="del">
          <ac:chgData name="Het  Patel" userId="33441a96-4037-441c-b3ff-fda27bc877de" providerId="ADAL" clId="{785CD9B2-4D33-4C19-84B1-6C3913A4E3DD}" dt="2026-07-11T17:01:54.559" v="593" actId="478"/>
          <ac:spMkLst>
            <pc:docMk/>
            <pc:sldMk cId="1223003371" sldId="532"/>
            <ac:spMk id="8" creationId="{51C4B9E3-A663-4F6B-A466-5E8F93C4D2B6}"/>
          </ac:spMkLst>
        </pc:spChg>
        <pc:spChg chg="add mod">
          <ac:chgData name="Het  Patel" userId="33441a96-4037-441c-b3ff-fda27bc877de" providerId="ADAL" clId="{785CD9B2-4D33-4C19-84B1-6C3913A4E3DD}" dt="2026-07-12T15:44:12.916" v="2261" actId="1076"/>
          <ac:spMkLst>
            <pc:docMk/>
            <pc:sldMk cId="1223003371" sldId="532"/>
            <ac:spMk id="12" creationId="{873D86C0-9884-4FC2-A420-82A731CF037C}"/>
          </ac:spMkLst>
        </pc:spChg>
        <pc:spChg chg="add del mod">
          <ac:chgData name="Het  Patel" userId="33441a96-4037-441c-b3ff-fda27bc877de" providerId="ADAL" clId="{785CD9B2-4D33-4C19-84B1-6C3913A4E3DD}" dt="2026-07-11T17:03:45.559" v="612" actId="22"/>
          <ac:spMkLst>
            <pc:docMk/>
            <pc:sldMk cId="1223003371" sldId="532"/>
            <ac:spMk id="14" creationId="{40DCFBE2-9FB9-4A7A-814C-D142843F37AF}"/>
          </ac:spMkLst>
        </pc:spChg>
        <pc:spChg chg="add mod">
          <ac:chgData name="Het  Patel" userId="33441a96-4037-441c-b3ff-fda27bc877de" providerId="ADAL" clId="{785CD9B2-4D33-4C19-84B1-6C3913A4E3DD}" dt="2026-07-12T15:44:03.006" v="2258" actId="1076"/>
          <ac:spMkLst>
            <pc:docMk/>
            <pc:sldMk cId="1223003371" sldId="532"/>
            <ac:spMk id="16" creationId="{CC52DD27-ACC2-48D1-BA9F-FAFE4BEF13FD}"/>
          </ac:spMkLst>
        </pc:spChg>
        <pc:spChg chg="add del mod">
          <ac:chgData name="Het  Patel" userId="33441a96-4037-441c-b3ff-fda27bc877de" providerId="ADAL" clId="{785CD9B2-4D33-4C19-84B1-6C3913A4E3DD}" dt="2026-07-11T17:04:53.175" v="634" actId="22"/>
          <ac:spMkLst>
            <pc:docMk/>
            <pc:sldMk cId="1223003371" sldId="532"/>
            <ac:spMk id="18" creationId="{531F5F07-D2F7-4D23-A405-F4C2DB54A1A5}"/>
          </ac:spMkLst>
        </pc:spChg>
        <pc:spChg chg="add mod">
          <ac:chgData name="Het  Patel" userId="33441a96-4037-441c-b3ff-fda27bc877de" providerId="ADAL" clId="{785CD9B2-4D33-4C19-84B1-6C3913A4E3DD}" dt="2026-07-12T15:44:08.389" v="2259" actId="1076"/>
          <ac:spMkLst>
            <pc:docMk/>
            <pc:sldMk cId="1223003371" sldId="532"/>
            <ac:spMk id="20" creationId="{F552B0A0-1528-4528-93A5-2A24C45AAFA7}"/>
          </ac:spMkLst>
        </pc:spChg>
        <pc:spChg chg="add mod">
          <ac:chgData name="Het  Patel" userId="33441a96-4037-441c-b3ff-fda27bc877de" providerId="ADAL" clId="{785CD9B2-4D33-4C19-84B1-6C3913A4E3DD}" dt="2026-07-12T15:44:08.389" v="2259" actId="1076"/>
          <ac:spMkLst>
            <pc:docMk/>
            <pc:sldMk cId="1223003371" sldId="532"/>
            <ac:spMk id="22" creationId="{A6FFE658-C149-4B4C-A3B5-47B55A3890B8}"/>
          </ac:spMkLst>
        </pc:spChg>
        <pc:picChg chg="del">
          <ac:chgData name="Het  Patel" userId="33441a96-4037-441c-b3ff-fda27bc877de" providerId="ADAL" clId="{785CD9B2-4D33-4C19-84B1-6C3913A4E3DD}" dt="2026-07-11T17:01:54.559" v="593" actId="478"/>
          <ac:picMkLst>
            <pc:docMk/>
            <pc:sldMk cId="1223003371" sldId="532"/>
            <ac:picMk id="1026" creationId="{27600DEC-DAAB-4C61-ABB8-0C696342F030}"/>
          </ac:picMkLst>
        </pc:picChg>
        <pc:picChg chg="add del">
          <ac:chgData name="Het  Patel" userId="33441a96-4037-441c-b3ff-fda27bc877de" providerId="ADAL" clId="{785CD9B2-4D33-4C19-84B1-6C3913A4E3DD}" dt="2026-07-11T17:01:51.259" v="592"/>
          <ac:picMkLst>
            <pc:docMk/>
            <pc:sldMk cId="1223003371" sldId="532"/>
            <ac:picMk id="2050" creationId="{F6C74CD0-7229-41EA-AC87-F063FB988105}"/>
          </ac:picMkLst>
        </pc:picChg>
        <pc:picChg chg="add mod">
          <ac:chgData name="Het  Patel" userId="33441a96-4037-441c-b3ff-fda27bc877de" providerId="ADAL" clId="{785CD9B2-4D33-4C19-84B1-6C3913A4E3DD}" dt="2026-07-11T17:03:35.376" v="608" actId="1076"/>
          <ac:picMkLst>
            <pc:docMk/>
            <pc:sldMk cId="1223003371" sldId="532"/>
            <ac:picMk id="2052" creationId="{8B784849-14DA-440D-86B7-1DD82269A0AE}"/>
          </ac:picMkLst>
        </pc:picChg>
      </pc:sldChg>
      <pc:sldChg chg="add del">
        <pc:chgData name="Het  Patel" userId="33441a96-4037-441c-b3ff-fda27bc877de" providerId="ADAL" clId="{785CD9B2-4D33-4C19-84B1-6C3913A4E3DD}" dt="2026-07-12T07:34:59.338" v="1877" actId="47"/>
        <pc:sldMkLst>
          <pc:docMk/>
          <pc:sldMk cId="1106848943" sldId="533"/>
        </pc:sldMkLst>
      </pc:sldChg>
      <pc:sldChg chg="addSp delSp modSp add del mod ord">
        <pc:chgData name="Het  Patel" userId="33441a96-4037-441c-b3ff-fda27bc877de" providerId="ADAL" clId="{785CD9B2-4D33-4C19-84B1-6C3913A4E3DD}" dt="2026-07-12T13:18:51.299" v="2224" actId="208"/>
        <pc:sldMkLst>
          <pc:docMk/>
          <pc:sldMk cId="802441756" sldId="534"/>
        </pc:sldMkLst>
        <pc:spChg chg="mod">
          <ac:chgData name="Het  Patel" userId="33441a96-4037-441c-b3ff-fda27bc877de" providerId="ADAL" clId="{785CD9B2-4D33-4C19-84B1-6C3913A4E3DD}" dt="2026-07-12T08:58:15.463" v="1886" actId="20577"/>
          <ac:spMkLst>
            <pc:docMk/>
            <pc:sldMk cId="802441756" sldId="534"/>
            <ac:spMk id="9" creationId="{00000000-0000-0000-0000-000000000000}"/>
          </ac:spMkLst>
        </pc:spChg>
        <pc:spChg chg="del">
          <ac:chgData name="Het  Patel" userId="33441a96-4037-441c-b3ff-fda27bc877de" providerId="ADAL" clId="{785CD9B2-4D33-4C19-84B1-6C3913A4E3DD}" dt="2026-07-12T13:18:07.775" v="2211" actId="478"/>
          <ac:spMkLst>
            <pc:docMk/>
            <pc:sldMk cId="802441756" sldId="534"/>
            <ac:spMk id="13" creationId="{00000000-0000-0000-0000-000000000000}"/>
          </ac:spMkLst>
        </pc:spChg>
        <pc:spChg chg="del">
          <ac:chgData name="Het  Patel" userId="33441a96-4037-441c-b3ff-fda27bc877de" providerId="ADAL" clId="{785CD9B2-4D33-4C19-84B1-6C3913A4E3DD}" dt="2026-07-12T13:18:04.088" v="2210" actId="478"/>
          <ac:spMkLst>
            <pc:docMk/>
            <pc:sldMk cId="802441756" sldId="534"/>
            <ac:spMk id="14" creationId="{00000000-0000-0000-0000-000000000000}"/>
          </ac:spMkLst>
        </pc:spChg>
        <pc:graphicFrameChg chg="add mod modGraphic">
          <ac:chgData name="Het  Patel" userId="33441a96-4037-441c-b3ff-fda27bc877de" providerId="ADAL" clId="{785CD9B2-4D33-4C19-84B1-6C3913A4E3DD}" dt="2026-07-12T13:18:51.299" v="2224" actId="208"/>
          <ac:graphicFrameMkLst>
            <pc:docMk/>
            <pc:sldMk cId="802441756" sldId="534"/>
            <ac:graphicFrameMk id="16" creationId="{DFB066C9-4295-44E6-99B1-061371BDCB65}"/>
          </ac:graphicFrameMkLst>
        </pc:graphicFrameChg>
      </pc:sldChg>
      <pc:sldChg chg="addSp delSp modSp add mod ord">
        <pc:chgData name="Het  Patel" userId="33441a96-4037-441c-b3ff-fda27bc877de" providerId="ADAL" clId="{785CD9B2-4D33-4C19-84B1-6C3913A4E3DD}" dt="2026-07-12T13:27:14.619" v="2230" actId="29295"/>
        <pc:sldMkLst>
          <pc:docMk/>
          <pc:sldMk cId="43140706" sldId="535"/>
        </pc:sldMkLst>
        <pc:spChg chg="del">
          <ac:chgData name="Het  Patel" userId="33441a96-4037-441c-b3ff-fda27bc877de" providerId="ADAL" clId="{785CD9B2-4D33-4C19-84B1-6C3913A4E3DD}" dt="2026-07-12T07:23:54.488" v="1732" actId="478"/>
          <ac:spMkLst>
            <pc:docMk/>
            <pc:sldMk cId="43140706" sldId="535"/>
            <ac:spMk id="3" creationId="{00000000-0000-0000-0000-000000000000}"/>
          </ac:spMkLst>
        </pc:spChg>
        <pc:spChg chg="del">
          <ac:chgData name="Het  Patel" userId="33441a96-4037-441c-b3ff-fda27bc877de" providerId="ADAL" clId="{785CD9B2-4D33-4C19-84B1-6C3913A4E3DD}" dt="2026-07-12T07:23:54.488" v="1732" actId="478"/>
          <ac:spMkLst>
            <pc:docMk/>
            <pc:sldMk cId="43140706" sldId="535"/>
            <ac:spMk id="4" creationId="{00000000-0000-0000-0000-000000000000}"/>
          </ac:spMkLst>
        </pc:spChg>
        <pc:spChg chg="del">
          <ac:chgData name="Het  Patel" userId="33441a96-4037-441c-b3ff-fda27bc877de" providerId="ADAL" clId="{785CD9B2-4D33-4C19-84B1-6C3913A4E3DD}" dt="2026-07-12T07:23:54.488" v="1732" actId="478"/>
          <ac:spMkLst>
            <pc:docMk/>
            <pc:sldMk cId="43140706" sldId="535"/>
            <ac:spMk id="5" creationId="{00000000-0000-0000-0000-000000000000}"/>
          </ac:spMkLst>
        </pc:spChg>
        <pc:spChg chg="del">
          <ac:chgData name="Het  Patel" userId="33441a96-4037-441c-b3ff-fda27bc877de" providerId="ADAL" clId="{785CD9B2-4D33-4C19-84B1-6C3913A4E3DD}" dt="2026-07-12T07:23:54.488" v="1732" actId="478"/>
          <ac:spMkLst>
            <pc:docMk/>
            <pc:sldMk cId="43140706" sldId="535"/>
            <ac:spMk id="6" creationId="{00000000-0000-0000-0000-000000000000}"/>
          </ac:spMkLst>
        </pc:spChg>
        <pc:spChg chg="del">
          <ac:chgData name="Het  Patel" userId="33441a96-4037-441c-b3ff-fda27bc877de" providerId="ADAL" clId="{785CD9B2-4D33-4C19-84B1-6C3913A4E3DD}" dt="2026-07-12T07:23:54.488" v="1732" actId="478"/>
          <ac:spMkLst>
            <pc:docMk/>
            <pc:sldMk cId="43140706" sldId="535"/>
            <ac:spMk id="7" creationId="{00000000-0000-0000-0000-000000000000}"/>
          </ac:spMkLst>
        </pc:spChg>
        <pc:spChg chg="del">
          <ac:chgData name="Het  Patel" userId="33441a96-4037-441c-b3ff-fda27bc877de" providerId="ADAL" clId="{785CD9B2-4D33-4C19-84B1-6C3913A4E3DD}" dt="2026-07-12T07:23:54.488" v="1732" actId="478"/>
          <ac:spMkLst>
            <pc:docMk/>
            <pc:sldMk cId="43140706" sldId="535"/>
            <ac:spMk id="8" creationId="{00000000-0000-0000-0000-000000000000}"/>
          </ac:spMkLst>
        </pc:spChg>
        <pc:spChg chg="del">
          <ac:chgData name="Het  Patel" userId="33441a96-4037-441c-b3ff-fda27bc877de" providerId="ADAL" clId="{785CD9B2-4D33-4C19-84B1-6C3913A4E3DD}" dt="2026-07-12T07:23:54.488" v="1732" actId="478"/>
          <ac:spMkLst>
            <pc:docMk/>
            <pc:sldMk cId="43140706" sldId="535"/>
            <ac:spMk id="9" creationId="{00000000-0000-0000-0000-000000000000}"/>
          </ac:spMkLst>
        </pc:spChg>
        <pc:spChg chg="del">
          <ac:chgData name="Het  Patel" userId="33441a96-4037-441c-b3ff-fda27bc877de" providerId="ADAL" clId="{785CD9B2-4D33-4C19-84B1-6C3913A4E3DD}" dt="2026-07-12T07:23:54.488" v="1732" actId="478"/>
          <ac:spMkLst>
            <pc:docMk/>
            <pc:sldMk cId="43140706" sldId="535"/>
            <ac:spMk id="10" creationId="{00000000-0000-0000-0000-000000000000}"/>
          </ac:spMkLst>
        </pc:spChg>
        <pc:spChg chg="add mod">
          <ac:chgData name="Het  Patel" userId="33441a96-4037-441c-b3ff-fda27bc877de" providerId="ADAL" clId="{785CD9B2-4D33-4C19-84B1-6C3913A4E3DD}" dt="2026-07-12T13:02:21.987" v="2068" actId="1076"/>
          <ac:spMkLst>
            <pc:docMk/>
            <pc:sldMk cId="43140706" sldId="535"/>
            <ac:spMk id="10" creationId="{E8937B05-8BA0-478B-8EDC-7DB949C2902D}"/>
          </ac:spMkLst>
        </pc:spChg>
        <pc:spChg chg="del">
          <ac:chgData name="Het  Patel" userId="33441a96-4037-441c-b3ff-fda27bc877de" providerId="ADAL" clId="{785CD9B2-4D33-4C19-84B1-6C3913A4E3DD}" dt="2026-07-12T07:23:54.488" v="1732" actId="478"/>
          <ac:spMkLst>
            <pc:docMk/>
            <pc:sldMk cId="43140706" sldId="535"/>
            <ac:spMk id="11" creationId="{00000000-0000-0000-0000-000000000000}"/>
          </ac:spMkLst>
        </pc:spChg>
        <pc:spChg chg="del">
          <ac:chgData name="Het  Patel" userId="33441a96-4037-441c-b3ff-fda27bc877de" providerId="ADAL" clId="{785CD9B2-4D33-4C19-84B1-6C3913A4E3DD}" dt="2026-07-12T07:23:54.488" v="1732" actId="478"/>
          <ac:spMkLst>
            <pc:docMk/>
            <pc:sldMk cId="43140706" sldId="535"/>
            <ac:spMk id="12" creationId="{00000000-0000-0000-0000-000000000000}"/>
          </ac:spMkLst>
        </pc:spChg>
        <pc:spChg chg="del">
          <ac:chgData name="Het  Patel" userId="33441a96-4037-441c-b3ff-fda27bc877de" providerId="ADAL" clId="{785CD9B2-4D33-4C19-84B1-6C3913A4E3DD}" dt="2026-07-12T07:23:54.488" v="1732" actId="478"/>
          <ac:spMkLst>
            <pc:docMk/>
            <pc:sldMk cId="43140706" sldId="535"/>
            <ac:spMk id="13" creationId="{00000000-0000-0000-0000-000000000000}"/>
          </ac:spMkLst>
        </pc:spChg>
        <pc:spChg chg="del">
          <ac:chgData name="Het  Patel" userId="33441a96-4037-441c-b3ff-fda27bc877de" providerId="ADAL" clId="{785CD9B2-4D33-4C19-84B1-6C3913A4E3DD}" dt="2026-07-12T07:23:54.488" v="1732" actId="478"/>
          <ac:spMkLst>
            <pc:docMk/>
            <pc:sldMk cId="43140706" sldId="535"/>
            <ac:spMk id="14" creationId="{00000000-0000-0000-0000-000000000000}"/>
          </ac:spMkLst>
        </pc:spChg>
        <pc:picChg chg="add del mod">
          <ac:chgData name="Het  Patel" userId="33441a96-4037-441c-b3ff-fda27bc877de" providerId="ADAL" clId="{785CD9B2-4D33-4C19-84B1-6C3913A4E3DD}" dt="2026-07-12T07:24:19.839" v="1740" actId="931"/>
          <ac:picMkLst>
            <pc:docMk/>
            <pc:sldMk cId="43140706" sldId="535"/>
            <ac:picMk id="16" creationId="{A7843FA8-04DF-4F06-98FA-7A4DAED6B2D8}"/>
          </ac:picMkLst>
        </pc:picChg>
        <pc:picChg chg="add del mod">
          <ac:chgData name="Het  Patel" userId="33441a96-4037-441c-b3ff-fda27bc877de" providerId="ADAL" clId="{785CD9B2-4D33-4C19-84B1-6C3913A4E3DD}" dt="2026-07-12T07:24:19.839" v="1740" actId="931"/>
          <ac:picMkLst>
            <pc:docMk/>
            <pc:sldMk cId="43140706" sldId="535"/>
            <ac:picMk id="18" creationId="{316D2BD6-92BD-491C-ABDB-475EEF91B39A}"/>
          </ac:picMkLst>
        </pc:picChg>
        <pc:picChg chg="add del mod">
          <ac:chgData name="Het  Patel" userId="33441a96-4037-441c-b3ff-fda27bc877de" providerId="ADAL" clId="{785CD9B2-4D33-4C19-84B1-6C3913A4E3DD}" dt="2026-07-12T07:24:19.839" v="1740" actId="931"/>
          <ac:picMkLst>
            <pc:docMk/>
            <pc:sldMk cId="43140706" sldId="535"/>
            <ac:picMk id="20" creationId="{6771AE85-EB9D-4A5F-8325-A63E60235F4F}"/>
          </ac:picMkLst>
        </pc:picChg>
        <pc:picChg chg="add del mod">
          <ac:chgData name="Het  Patel" userId="33441a96-4037-441c-b3ff-fda27bc877de" providerId="ADAL" clId="{785CD9B2-4D33-4C19-84B1-6C3913A4E3DD}" dt="2026-07-12T07:24:19.839" v="1740" actId="931"/>
          <ac:picMkLst>
            <pc:docMk/>
            <pc:sldMk cId="43140706" sldId="535"/>
            <ac:picMk id="22" creationId="{DF63AA56-F6A3-43D5-878A-427DFA907F36}"/>
          </ac:picMkLst>
        </pc:picChg>
        <pc:picChg chg="add del mod">
          <ac:chgData name="Het  Patel" userId="33441a96-4037-441c-b3ff-fda27bc877de" providerId="ADAL" clId="{785CD9B2-4D33-4C19-84B1-6C3913A4E3DD}" dt="2026-07-12T07:24:19.839" v="1740" actId="931"/>
          <ac:picMkLst>
            <pc:docMk/>
            <pc:sldMk cId="43140706" sldId="535"/>
            <ac:picMk id="24" creationId="{27F90617-7B2A-4950-B7F3-226E9F7DAF02}"/>
          </ac:picMkLst>
        </pc:picChg>
        <pc:picChg chg="add del mod">
          <ac:chgData name="Het  Patel" userId="33441a96-4037-441c-b3ff-fda27bc877de" providerId="ADAL" clId="{785CD9B2-4D33-4C19-84B1-6C3913A4E3DD}" dt="2026-07-12T07:24:19.839" v="1740" actId="931"/>
          <ac:picMkLst>
            <pc:docMk/>
            <pc:sldMk cId="43140706" sldId="535"/>
            <ac:picMk id="26" creationId="{65CB7E5D-7E0C-4E42-955A-8B137E16ED28}"/>
          </ac:picMkLst>
        </pc:picChg>
        <pc:picChg chg="add mod ord">
          <ac:chgData name="Het  Patel" userId="33441a96-4037-441c-b3ff-fda27bc877de" providerId="ADAL" clId="{785CD9B2-4D33-4C19-84B1-6C3913A4E3DD}" dt="2026-07-12T09:04:10.444" v="1889" actId="1582"/>
          <ac:picMkLst>
            <pc:docMk/>
            <pc:sldMk cId="43140706" sldId="535"/>
            <ac:picMk id="28" creationId="{8EE86A60-ED58-4C8A-B112-0FAFBE7A7888}"/>
          </ac:picMkLst>
        </pc:picChg>
        <pc:picChg chg="add mod modCrop">
          <ac:chgData name="Het  Patel" userId="33441a96-4037-441c-b3ff-fda27bc877de" providerId="ADAL" clId="{785CD9B2-4D33-4C19-84B1-6C3913A4E3DD}" dt="2026-07-12T13:26:59.036" v="2226" actId="29295"/>
          <ac:picMkLst>
            <pc:docMk/>
            <pc:sldMk cId="43140706" sldId="535"/>
            <ac:picMk id="30" creationId="{BF5160C4-A6DA-4A33-B40D-1930ADF15B31}"/>
          </ac:picMkLst>
        </pc:picChg>
        <pc:picChg chg="add mod">
          <ac:chgData name="Het  Patel" userId="33441a96-4037-441c-b3ff-fda27bc877de" providerId="ADAL" clId="{785CD9B2-4D33-4C19-84B1-6C3913A4E3DD}" dt="2026-07-12T13:27:08.697" v="2228" actId="29295"/>
          <ac:picMkLst>
            <pc:docMk/>
            <pc:sldMk cId="43140706" sldId="535"/>
            <ac:picMk id="32" creationId="{E85C6BAD-3293-4E56-B52E-59AFA0FAAB6E}"/>
          </ac:picMkLst>
        </pc:picChg>
        <pc:picChg chg="add mod">
          <ac:chgData name="Het  Patel" userId="33441a96-4037-441c-b3ff-fda27bc877de" providerId="ADAL" clId="{785CD9B2-4D33-4C19-84B1-6C3913A4E3DD}" dt="2026-07-12T13:27:02.342" v="2227" actId="29295"/>
          <ac:picMkLst>
            <pc:docMk/>
            <pc:sldMk cId="43140706" sldId="535"/>
            <ac:picMk id="34" creationId="{82520014-CBF4-46A6-9DCE-1497048F7E70}"/>
          </ac:picMkLst>
        </pc:picChg>
        <pc:picChg chg="add mod">
          <ac:chgData name="Het  Patel" userId="33441a96-4037-441c-b3ff-fda27bc877de" providerId="ADAL" clId="{785CD9B2-4D33-4C19-84B1-6C3913A4E3DD}" dt="2026-07-12T13:27:11.841" v="2229" actId="29295"/>
          <ac:picMkLst>
            <pc:docMk/>
            <pc:sldMk cId="43140706" sldId="535"/>
            <ac:picMk id="36" creationId="{B9F63B36-C4F6-4D17-B50E-05230E070480}"/>
          </ac:picMkLst>
        </pc:picChg>
        <pc:picChg chg="add mod">
          <ac:chgData name="Het  Patel" userId="33441a96-4037-441c-b3ff-fda27bc877de" providerId="ADAL" clId="{785CD9B2-4D33-4C19-84B1-6C3913A4E3DD}" dt="2026-07-12T13:27:14.619" v="2230" actId="29295"/>
          <ac:picMkLst>
            <pc:docMk/>
            <pc:sldMk cId="43140706" sldId="535"/>
            <ac:picMk id="38" creationId="{4583927A-C8E8-4E5B-A99C-8695E2F3CE38}"/>
          </ac:picMkLst>
        </pc:picChg>
      </pc:sldChg>
      <pc:sldChg chg="addSp modSp add mod modTransition">
        <pc:chgData name="Het  Patel" userId="33441a96-4037-441c-b3ff-fda27bc877de" providerId="ADAL" clId="{785CD9B2-4D33-4C19-84B1-6C3913A4E3DD}" dt="2026-07-12T13:27:31.691" v="2235" actId="29295"/>
        <pc:sldMkLst>
          <pc:docMk/>
          <pc:sldMk cId="1524445469" sldId="536"/>
        </pc:sldMkLst>
        <pc:spChg chg="add mod">
          <ac:chgData name="Het  Patel" userId="33441a96-4037-441c-b3ff-fda27bc877de" providerId="ADAL" clId="{785CD9B2-4D33-4C19-84B1-6C3913A4E3DD}" dt="2026-07-12T13:04:55.877" v="2083" actId="1076"/>
          <ac:spMkLst>
            <pc:docMk/>
            <pc:sldMk cId="1524445469" sldId="536"/>
            <ac:spMk id="9" creationId="{7DFD8F7E-A707-4370-AC6A-03454059B2C6}"/>
          </ac:spMkLst>
        </pc:spChg>
        <pc:picChg chg="mod">
          <ac:chgData name="Het  Patel" userId="33441a96-4037-441c-b3ff-fda27bc877de" providerId="ADAL" clId="{785CD9B2-4D33-4C19-84B1-6C3913A4E3DD}" dt="2026-07-12T13:27:21.127" v="2231" actId="29295"/>
          <ac:picMkLst>
            <pc:docMk/>
            <pc:sldMk cId="1524445469" sldId="536"/>
            <ac:picMk id="28" creationId="{8EE86A60-ED58-4C8A-B112-0FAFBE7A7888}"/>
          </ac:picMkLst>
        </pc:picChg>
        <pc:picChg chg="mod ord">
          <ac:chgData name="Het  Patel" userId="33441a96-4037-441c-b3ff-fda27bc877de" providerId="ADAL" clId="{785CD9B2-4D33-4C19-84B1-6C3913A4E3DD}" dt="2026-07-12T09:04:21.730" v="1892" actId="1582"/>
          <ac:picMkLst>
            <pc:docMk/>
            <pc:sldMk cId="1524445469" sldId="536"/>
            <ac:picMk id="30" creationId="{BF5160C4-A6DA-4A33-B40D-1930ADF15B31}"/>
          </ac:picMkLst>
        </pc:picChg>
        <pc:picChg chg="mod">
          <ac:chgData name="Het  Patel" userId="33441a96-4037-441c-b3ff-fda27bc877de" providerId="ADAL" clId="{785CD9B2-4D33-4C19-84B1-6C3913A4E3DD}" dt="2026-07-12T13:27:23.536" v="2232" actId="29295"/>
          <ac:picMkLst>
            <pc:docMk/>
            <pc:sldMk cId="1524445469" sldId="536"/>
            <ac:picMk id="32" creationId="{E85C6BAD-3293-4E56-B52E-59AFA0FAAB6E}"/>
          </ac:picMkLst>
        </pc:picChg>
        <pc:picChg chg="mod">
          <ac:chgData name="Het  Patel" userId="33441a96-4037-441c-b3ff-fda27bc877de" providerId="ADAL" clId="{785CD9B2-4D33-4C19-84B1-6C3913A4E3DD}" dt="2026-07-12T13:27:25.983" v="2233" actId="29295"/>
          <ac:picMkLst>
            <pc:docMk/>
            <pc:sldMk cId="1524445469" sldId="536"/>
            <ac:picMk id="34" creationId="{82520014-CBF4-46A6-9DCE-1497048F7E70}"/>
          </ac:picMkLst>
        </pc:picChg>
        <pc:picChg chg="mod">
          <ac:chgData name="Het  Patel" userId="33441a96-4037-441c-b3ff-fda27bc877de" providerId="ADAL" clId="{785CD9B2-4D33-4C19-84B1-6C3913A4E3DD}" dt="2026-07-12T13:27:29.199" v="2234" actId="29295"/>
          <ac:picMkLst>
            <pc:docMk/>
            <pc:sldMk cId="1524445469" sldId="536"/>
            <ac:picMk id="36" creationId="{B9F63B36-C4F6-4D17-B50E-05230E070480}"/>
          </ac:picMkLst>
        </pc:picChg>
        <pc:picChg chg="mod">
          <ac:chgData name="Het  Patel" userId="33441a96-4037-441c-b3ff-fda27bc877de" providerId="ADAL" clId="{785CD9B2-4D33-4C19-84B1-6C3913A4E3DD}" dt="2026-07-12T13:27:31.691" v="2235" actId="29295"/>
          <ac:picMkLst>
            <pc:docMk/>
            <pc:sldMk cId="1524445469" sldId="536"/>
            <ac:picMk id="38" creationId="{4583927A-C8E8-4E5B-A99C-8695E2F3CE38}"/>
          </ac:picMkLst>
        </pc:picChg>
      </pc:sldChg>
      <pc:sldChg chg="add del">
        <pc:chgData name="Het  Patel" userId="33441a96-4037-441c-b3ff-fda27bc877de" providerId="ADAL" clId="{785CD9B2-4D33-4C19-84B1-6C3913A4E3DD}" dt="2026-07-12T07:34:53.758" v="1875" actId="47"/>
        <pc:sldMkLst>
          <pc:docMk/>
          <pc:sldMk cId="3037345907" sldId="537"/>
        </pc:sldMkLst>
      </pc:sldChg>
      <pc:sldChg chg="add del">
        <pc:chgData name="Het  Patel" userId="33441a96-4037-441c-b3ff-fda27bc877de" providerId="ADAL" clId="{785CD9B2-4D33-4C19-84B1-6C3913A4E3DD}" dt="2026-07-12T07:34:51.897" v="1874" actId="47"/>
        <pc:sldMkLst>
          <pc:docMk/>
          <pc:sldMk cId="4204236877" sldId="538"/>
        </pc:sldMkLst>
      </pc:sldChg>
      <pc:sldChg chg="addSp modSp add mod modTransition">
        <pc:chgData name="Het  Patel" userId="33441a96-4037-441c-b3ff-fda27bc877de" providerId="ADAL" clId="{785CD9B2-4D33-4C19-84B1-6C3913A4E3DD}" dt="2026-07-12T13:27:50.602" v="2240" actId="29295"/>
        <pc:sldMkLst>
          <pc:docMk/>
          <pc:sldMk cId="766723063" sldId="539"/>
        </pc:sldMkLst>
        <pc:spChg chg="add mod">
          <ac:chgData name="Het  Patel" userId="33441a96-4037-441c-b3ff-fda27bc877de" providerId="ADAL" clId="{785CD9B2-4D33-4C19-84B1-6C3913A4E3DD}" dt="2026-07-12T13:05:32.436" v="2092" actId="1076"/>
          <ac:spMkLst>
            <pc:docMk/>
            <pc:sldMk cId="766723063" sldId="539"/>
            <ac:spMk id="9" creationId="{F706F3C2-FCD8-4CC2-A025-A528F0E95F0E}"/>
          </ac:spMkLst>
        </pc:spChg>
        <pc:picChg chg="mod">
          <ac:chgData name="Het  Patel" userId="33441a96-4037-441c-b3ff-fda27bc877de" providerId="ADAL" clId="{785CD9B2-4D33-4C19-84B1-6C3913A4E3DD}" dt="2026-07-12T13:27:37.781" v="2236" actId="29295"/>
          <ac:picMkLst>
            <pc:docMk/>
            <pc:sldMk cId="766723063" sldId="539"/>
            <ac:picMk id="28" creationId="{8EE86A60-ED58-4C8A-B112-0FAFBE7A7888}"/>
          </ac:picMkLst>
        </pc:picChg>
        <pc:picChg chg="mod">
          <ac:chgData name="Het  Patel" userId="33441a96-4037-441c-b3ff-fda27bc877de" providerId="ADAL" clId="{785CD9B2-4D33-4C19-84B1-6C3913A4E3DD}" dt="2026-07-12T13:27:41.617" v="2237" actId="29295"/>
          <ac:picMkLst>
            <pc:docMk/>
            <pc:sldMk cId="766723063" sldId="539"/>
            <ac:picMk id="30" creationId="{BF5160C4-A6DA-4A33-B40D-1930ADF15B31}"/>
          </ac:picMkLst>
        </pc:picChg>
        <pc:picChg chg="mod ord">
          <ac:chgData name="Het  Patel" userId="33441a96-4037-441c-b3ff-fda27bc877de" providerId="ADAL" clId="{785CD9B2-4D33-4C19-84B1-6C3913A4E3DD}" dt="2026-07-12T09:04:35.075" v="1894" actId="1582"/>
          <ac:picMkLst>
            <pc:docMk/>
            <pc:sldMk cId="766723063" sldId="539"/>
            <ac:picMk id="32" creationId="{E85C6BAD-3293-4E56-B52E-59AFA0FAAB6E}"/>
          </ac:picMkLst>
        </pc:picChg>
        <pc:picChg chg="mod">
          <ac:chgData name="Het  Patel" userId="33441a96-4037-441c-b3ff-fda27bc877de" providerId="ADAL" clId="{785CD9B2-4D33-4C19-84B1-6C3913A4E3DD}" dt="2026-07-12T13:27:45.096" v="2238" actId="29295"/>
          <ac:picMkLst>
            <pc:docMk/>
            <pc:sldMk cId="766723063" sldId="539"/>
            <ac:picMk id="34" creationId="{82520014-CBF4-46A6-9DCE-1497048F7E70}"/>
          </ac:picMkLst>
        </pc:picChg>
        <pc:picChg chg="mod">
          <ac:chgData name="Het  Patel" userId="33441a96-4037-441c-b3ff-fda27bc877de" providerId="ADAL" clId="{785CD9B2-4D33-4C19-84B1-6C3913A4E3DD}" dt="2026-07-12T13:27:47.585" v="2239" actId="29295"/>
          <ac:picMkLst>
            <pc:docMk/>
            <pc:sldMk cId="766723063" sldId="539"/>
            <ac:picMk id="36" creationId="{B9F63B36-C4F6-4D17-B50E-05230E070480}"/>
          </ac:picMkLst>
        </pc:picChg>
        <pc:picChg chg="mod">
          <ac:chgData name="Het  Patel" userId="33441a96-4037-441c-b3ff-fda27bc877de" providerId="ADAL" clId="{785CD9B2-4D33-4C19-84B1-6C3913A4E3DD}" dt="2026-07-12T13:27:50.602" v="2240" actId="29295"/>
          <ac:picMkLst>
            <pc:docMk/>
            <pc:sldMk cId="766723063" sldId="539"/>
            <ac:picMk id="38" creationId="{4583927A-C8E8-4E5B-A99C-8695E2F3CE38}"/>
          </ac:picMkLst>
        </pc:picChg>
      </pc:sldChg>
      <pc:sldChg chg="addSp modSp add mod modTransition">
        <pc:chgData name="Het  Patel" userId="33441a96-4037-441c-b3ff-fda27bc877de" providerId="ADAL" clId="{785CD9B2-4D33-4C19-84B1-6C3913A4E3DD}" dt="2026-07-12T13:28:12.420" v="2244" actId="29295"/>
        <pc:sldMkLst>
          <pc:docMk/>
          <pc:sldMk cId="140421882" sldId="540"/>
        </pc:sldMkLst>
        <pc:spChg chg="add mod">
          <ac:chgData name="Het  Patel" userId="33441a96-4037-441c-b3ff-fda27bc877de" providerId="ADAL" clId="{785CD9B2-4D33-4C19-84B1-6C3913A4E3DD}" dt="2026-07-12T13:07:23.908" v="2119" actId="1076"/>
          <ac:spMkLst>
            <pc:docMk/>
            <pc:sldMk cId="140421882" sldId="540"/>
            <ac:spMk id="9" creationId="{96226401-4073-4340-8092-AF2A57EACB1A}"/>
          </ac:spMkLst>
        </pc:spChg>
        <pc:picChg chg="mod">
          <ac:chgData name="Het  Patel" userId="33441a96-4037-441c-b3ff-fda27bc877de" providerId="ADAL" clId="{785CD9B2-4D33-4C19-84B1-6C3913A4E3DD}" dt="2026-07-12T13:27:57.739" v="2241" actId="29295"/>
          <ac:picMkLst>
            <pc:docMk/>
            <pc:sldMk cId="140421882" sldId="540"/>
            <ac:picMk id="28" creationId="{8EE86A60-ED58-4C8A-B112-0FAFBE7A7888}"/>
          </ac:picMkLst>
        </pc:picChg>
        <pc:picChg chg="mod">
          <ac:chgData name="Het  Patel" userId="33441a96-4037-441c-b3ff-fda27bc877de" providerId="ADAL" clId="{785CD9B2-4D33-4C19-84B1-6C3913A4E3DD}" dt="2026-07-12T07:29:44.784" v="1809" actId="29295"/>
          <ac:picMkLst>
            <pc:docMk/>
            <pc:sldMk cId="140421882" sldId="540"/>
            <ac:picMk id="30" creationId="{BF5160C4-A6DA-4A33-B40D-1930ADF15B31}"/>
          </ac:picMkLst>
        </pc:picChg>
        <pc:picChg chg="mod">
          <ac:chgData name="Het  Patel" userId="33441a96-4037-441c-b3ff-fda27bc877de" providerId="ADAL" clId="{785CD9B2-4D33-4C19-84B1-6C3913A4E3DD}" dt="2026-07-12T13:28:06.624" v="2242" actId="29295"/>
          <ac:picMkLst>
            <pc:docMk/>
            <pc:sldMk cId="140421882" sldId="540"/>
            <ac:picMk id="32" creationId="{E85C6BAD-3293-4E56-B52E-59AFA0FAAB6E}"/>
          </ac:picMkLst>
        </pc:picChg>
        <pc:picChg chg="mod ord">
          <ac:chgData name="Het  Patel" userId="33441a96-4037-441c-b3ff-fda27bc877de" providerId="ADAL" clId="{785CD9B2-4D33-4C19-84B1-6C3913A4E3DD}" dt="2026-07-12T09:04:48.141" v="1896" actId="1582"/>
          <ac:picMkLst>
            <pc:docMk/>
            <pc:sldMk cId="140421882" sldId="540"/>
            <ac:picMk id="34" creationId="{82520014-CBF4-46A6-9DCE-1497048F7E70}"/>
          </ac:picMkLst>
        </pc:picChg>
        <pc:picChg chg="mod">
          <ac:chgData name="Het  Patel" userId="33441a96-4037-441c-b3ff-fda27bc877de" providerId="ADAL" clId="{785CD9B2-4D33-4C19-84B1-6C3913A4E3DD}" dt="2026-07-12T13:28:09.881" v="2243" actId="29295"/>
          <ac:picMkLst>
            <pc:docMk/>
            <pc:sldMk cId="140421882" sldId="540"/>
            <ac:picMk id="36" creationId="{B9F63B36-C4F6-4D17-B50E-05230E070480}"/>
          </ac:picMkLst>
        </pc:picChg>
        <pc:picChg chg="mod">
          <ac:chgData name="Het  Patel" userId="33441a96-4037-441c-b3ff-fda27bc877de" providerId="ADAL" clId="{785CD9B2-4D33-4C19-84B1-6C3913A4E3DD}" dt="2026-07-12T13:28:12.420" v="2244" actId="29295"/>
          <ac:picMkLst>
            <pc:docMk/>
            <pc:sldMk cId="140421882" sldId="540"/>
            <ac:picMk id="38" creationId="{4583927A-C8E8-4E5B-A99C-8695E2F3CE38}"/>
          </ac:picMkLst>
        </pc:picChg>
      </pc:sldChg>
      <pc:sldChg chg="addSp modSp add mod modTransition">
        <pc:chgData name="Het  Patel" userId="33441a96-4037-441c-b3ff-fda27bc877de" providerId="ADAL" clId="{785CD9B2-4D33-4C19-84B1-6C3913A4E3DD}" dt="2026-07-12T13:28:30.103" v="2247" actId="29295"/>
        <pc:sldMkLst>
          <pc:docMk/>
          <pc:sldMk cId="1399415488" sldId="541"/>
        </pc:sldMkLst>
        <pc:spChg chg="add mod">
          <ac:chgData name="Het  Patel" userId="33441a96-4037-441c-b3ff-fda27bc877de" providerId="ADAL" clId="{785CD9B2-4D33-4C19-84B1-6C3913A4E3DD}" dt="2026-07-12T13:06:45.915" v="2101" actId="1076"/>
          <ac:spMkLst>
            <pc:docMk/>
            <pc:sldMk cId="1399415488" sldId="541"/>
            <ac:spMk id="9" creationId="{2BE7330D-7C72-44A2-9015-0B4630E4DAEC}"/>
          </ac:spMkLst>
        </pc:spChg>
        <pc:picChg chg="mod">
          <ac:chgData name="Het  Patel" userId="33441a96-4037-441c-b3ff-fda27bc877de" providerId="ADAL" clId="{785CD9B2-4D33-4C19-84B1-6C3913A4E3DD}" dt="2026-07-12T13:28:18.752" v="2245" actId="29295"/>
          <ac:picMkLst>
            <pc:docMk/>
            <pc:sldMk cId="1399415488" sldId="541"/>
            <ac:picMk id="28" creationId="{8EE86A60-ED58-4C8A-B112-0FAFBE7A7888}"/>
          </ac:picMkLst>
        </pc:picChg>
        <pc:picChg chg="mod">
          <ac:chgData name="Het  Patel" userId="33441a96-4037-441c-b3ff-fda27bc877de" providerId="ADAL" clId="{785CD9B2-4D33-4C19-84B1-6C3913A4E3DD}" dt="2026-07-12T13:19:42.692" v="2225" actId="29295"/>
          <ac:picMkLst>
            <pc:docMk/>
            <pc:sldMk cId="1399415488" sldId="541"/>
            <ac:picMk id="30" creationId="{BF5160C4-A6DA-4A33-B40D-1930ADF15B31}"/>
          </ac:picMkLst>
        </pc:picChg>
        <pc:picChg chg="mod">
          <ac:chgData name="Het  Patel" userId="33441a96-4037-441c-b3ff-fda27bc877de" providerId="ADAL" clId="{785CD9B2-4D33-4C19-84B1-6C3913A4E3DD}" dt="2026-07-12T13:28:27.394" v="2246" actId="29295"/>
          <ac:picMkLst>
            <pc:docMk/>
            <pc:sldMk cId="1399415488" sldId="541"/>
            <ac:picMk id="34" creationId="{82520014-CBF4-46A6-9DCE-1497048F7E70}"/>
          </ac:picMkLst>
        </pc:picChg>
        <pc:picChg chg="mod ord">
          <ac:chgData name="Het  Patel" userId="33441a96-4037-441c-b3ff-fda27bc877de" providerId="ADAL" clId="{785CD9B2-4D33-4C19-84B1-6C3913A4E3DD}" dt="2026-07-12T09:04:57.650" v="1898" actId="1582"/>
          <ac:picMkLst>
            <pc:docMk/>
            <pc:sldMk cId="1399415488" sldId="541"/>
            <ac:picMk id="36" creationId="{B9F63B36-C4F6-4D17-B50E-05230E070480}"/>
          </ac:picMkLst>
        </pc:picChg>
        <pc:picChg chg="mod">
          <ac:chgData name="Het  Patel" userId="33441a96-4037-441c-b3ff-fda27bc877de" providerId="ADAL" clId="{785CD9B2-4D33-4C19-84B1-6C3913A4E3DD}" dt="2026-07-12T13:28:30.103" v="2247" actId="29295"/>
          <ac:picMkLst>
            <pc:docMk/>
            <pc:sldMk cId="1399415488" sldId="541"/>
            <ac:picMk id="38" creationId="{4583927A-C8E8-4E5B-A99C-8695E2F3CE38}"/>
          </ac:picMkLst>
        </pc:picChg>
      </pc:sldChg>
      <pc:sldChg chg="addSp modSp add mod modTransition">
        <pc:chgData name="Het  Patel" userId="33441a96-4037-441c-b3ff-fda27bc877de" providerId="ADAL" clId="{785CD9B2-4D33-4C19-84B1-6C3913A4E3DD}" dt="2026-07-12T13:28:55.065" v="2251" actId="29295"/>
        <pc:sldMkLst>
          <pc:docMk/>
          <pc:sldMk cId="1797822502" sldId="542"/>
        </pc:sldMkLst>
        <pc:spChg chg="add mod">
          <ac:chgData name="Het  Patel" userId="33441a96-4037-441c-b3ff-fda27bc877de" providerId="ADAL" clId="{785CD9B2-4D33-4C19-84B1-6C3913A4E3DD}" dt="2026-07-12T13:07:47.616" v="2125"/>
          <ac:spMkLst>
            <pc:docMk/>
            <pc:sldMk cId="1797822502" sldId="542"/>
            <ac:spMk id="9" creationId="{60D1D143-0494-4015-A57E-92FFAF12A0A4}"/>
          </ac:spMkLst>
        </pc:spChg>
        <pc:picChg chg="mod">
          <ac:chgData name="Het  Patel" userId="33441a96-4037-441c-b3ff-fda27bc877de" providerId="ADAL" clId="{785CD9B2-4D33-4C19-84B1-6C3913A4E3DD}" dt="2026-07-12T13:28:43.698" v="2248" actId="29295"/>
          <ac:picMkLst>
            <pc:docMk/>
            <pc:sldMk cId="1797822502" sldId="542"/>
            <ac:picMk id="28" creationId="{8EE86A60-ED58-4C8A-B112-0FAFBE7A7888}"/>
          </ac:picMkLst>
        </pc:picChg>
        <pc:picChg chg="mod">
          <ac:chgData name="Het  Patel" userId="33441a96-4037-441c-b3ff-fda27bc877de" providerId="ADAL" clId="{785CD9B2-4D33-4C19-84B1-6C3913A4E3DD}" dt="2026-07-12T13:07:54.311" v="2126" actId="29295"/>
          <ac:picMkLst>
            <pc:docMk/>
            <pc:sldMk cId="1797822502" sldId="542"/>
            <ac:picMk id="30" creationId="{BF5160C4-A6DA-4A33-B40D-1930ADF15B31}"/>
          </ac:picMkLst>
        </pc:picChg>
        <pc:picChg chg="mod">
          <ac:chgData name="Het  Patel" userId="33441a96-4037-441c-b3ff-fda27bc877de" providerId="ADAL" clId="{785CD9B2-4D33-4C19-84B1-6C3913A4E3DD}" dt="2026-07-12T13:28:48.770" v="2249" actId="29295"/>
          <ac:picMkLst>
            <pc:docMk/>
            <pc:sldMk cId="1797822502" sldId="542"/>
            <ac:picMk id="32" creationId="{E85C6BAD-3293-4E56-B52E-59AFA0FAAB6E}"/>
          </ac:picMkLst>
        </pc:picChg>
        <pc:picChg chg="mod">
          <ac:chgData name="Het  Patel" userId="33441a96-4037-441c-b3ff-fda27bc877de" providerId="ADAL" clId="{785CD9B2-4D33-4C19-84B1-6C3913A4E3DD}" dt="2026-07-12T13:28:51.542" v="2250" actId="29295"/>
          <ac:picMkLst>
            <pc:docMk/>
            <pc:sldMk cId="1797822502" sldId="542"/>
            <ac:picMk id="34" creationId="{82520014-CBF4-46A6-9DCE-1497048F7E70}"/>
          </ac:picMkLst>
        </pc:picChg>
        <pc:picChg chg="mod">
          <ac:chgData name="Het  Patel" userId="33441a96-4037-441c-b3ff-fda27bc877de" providerId="ADAL" clId="{785CD9B2-4D33-4C19-84B1-6C3913A4E3DD}" dt="2026-07-12T13:28:55.065" v="2251" actId="29295"/>
          <ac:picMkLst>
            <pc:docMk/>
            <pc:sldMk cId="1797822502" sldId="542"/>
            <ac:picMk id="36" creationId="{B9F63B36-C4F6-4D17-B50E-05230E070480}"/>
          </ac:picMkLst>
        </pc:picChg>
        <pc:picChg chg="mod ord">
          <ac:chgData name="Het  Patel" userId="33441a96-4037-441c-b3ff-fda27bc877de" providerId="ADAL" clId="{785CD9B2-4D33-4C19-84B1-6C3913A4E3DD}" dt="2026-07-12T09:05:07.557" v="1900" actId="1582"/>
          <ac:picMkLst>
            <pc:docMk/>
            <pc:sldMk cId="1797822502" sldId="542"/>
            <ac:picMk id="38" creationId="{4583927A-C8E8-4E5B-A99C-8695E2F3CE38}"/>
          </ac:picMkLst>
        </pc:picChg>
      </pc:sldChg>
    </pc:docChg>
  </pc:docChgLst>
  <pc:docChgLst>
    <pc:chgData name="Het  Patel" userId="33441a96-4037-441c-b3ff-fda27bc877de" providerId="ADAL" clId="{65E99360-3A3C-4A38-81BA-DE763BBCA250}"/>
    <pc:docChg chg="undo custSel modSld">
      <pc:chgData name="Het  Patel" userId="33441a96-4037-441c-b3ff-fda27bc877de" providerId="ADAL" clId="{65E99360-3A3C-4A38-81BA-DE763BBCA250}" dt="2026-10-12T02:40:54.336" v="63" actId="1037"/>
      <pc:docMkLst>
        <pc:docMk/>
      </pc:docMkLst>
      <pc:sldChg chg="modSp mod">
        <pc:chgData name="Het  Patel" userId="33441a96-4037-441c-b3ff-fda27bc877de" providerId="ADAL" clId="{65E99360-3A3C-4A38-81BA-DE763BBCA250}" dt="2026-10-12T02:40:54.336" v="63" actId="1037"/>
        <pc:sldMkLst>
          <pc:docMk/>
          <pc:sldMk cId="0" sldId="256"/>
        </pc:sldMkLst>
        <pc:spChg chg="mod">
          <ac:chgData name="Het  Patel" userId="33441a96-4037-441c-b3ff-fda27bc877de" providerId="ADAL" clId="{65E99360-3A3C-4A38-81BA-DE763BBCA250}" dt="2026-10-12T02:40:54.336" v="63" actId="1037"/>
          <ac:spMkLst>
            <pc:docMk/>
            <pc:sldMk cId="0" sldId="256"/>
            <ac:spMk id="6" creationId="{00000000-0000-0000-0000-000000000000}"/>
          </ac:spMkLst>
        </pc:spChg>
        <pc:spChg chg="mod">
          <ac:chgData name="Het  Patel" userId="33441a96-4037-441c-b3ff-fda27bc877de" providerId="ADAL" clId="{65E99360-3A3C-4A38-81BA-DE763BBCA250}" dt="2026-10-12T02:40:54.336" v="63" actId="1037"/>
          <ac:spMkLst>
            <pc:docMk/>
            <pc:sldMk cId="0" sldId="256"/>
            <ac:spMk id="7"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Dates kept</c:v>
                </c:pt>
              </c:strCache>
            </c:strRef>
          </c:tx>
          <c:spPr>
            <a:solidFill>
              <a:srgbClr val="800000"/>
            </a:solidFill>
          </c:spPr>
          <c:invertIfNegative val="1"/>
          <c:dLbls>
            <c:spPr>
              <a:noFill/>
              <a:ln>
                <a:noFill/>
              </a:ln>
              <a:effectLst/>
            </c:spPr>
            <c:txPr>
              <a:bodyPr/>
              <a:lstStyle/>
              <a:p>
                <a:pPr>
                  <a:defRPr sz="1600">
                    <a:solidFill>
                      <a:srgbClr val="FFFFFF"/>
                    </a:solidFill>
                    <a:latin typeface="Times New Roman"/>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Corn</c:v>
                </c:pt>
                <c:pt idx="1">
                  <c:v>Soybean</c:v>
                </c:pt>
                <c:pt idx="2">
                  <c:v>Wheat</c:v>
                </c:pt>
              </c:strCache>
            </c:strRef>
          </c:cat>
          <c:val>
            <c:numRef>
              <c:f>Sheet1!$B$2:$B$4</c:f>
              <c:numCache>
                <c:formatCode>General</c:formatCode>
                <c:ptCount val="3"/>
                <c:pt idx="0">
                  <c:v>52</c:v>
                </c:pt>
                <c:pt idx="1">
                  <c:v>47</c:v>
                </c:pt>
                <c:pt idx="2">
                  <c:v>49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B79-4CB6-A8B9-0047D20DC60C}"/>
            </c:ext>
          </c:extLst>
        </c:ser>
        <c:ser>
          <c:idx val="1"/>
          <c:order val="1"/>
          <c:tx>
            <c:strRef>
              <c:f>Sheet1!$C$1</c:f>
              <c:strCache>
                <c:ptCount val="1"/>
                <c:pt idx="0">
                  <c:v>Dates dropped</c:v>
                </c:pt>
              </c:strCache>
            </c:strRef>
          </c:tx>
          <c:spPr>
            <a:solidFill>
              <a:srgbClr val="717171"/>
            </a:solidFill>
          </c:spPr>
          <c:invertIfNegative val="1"/>
          <c:dLbls>
            <c:spPr>
              <a:noFill/>
              <a:ln>
                <a:noFill/>
              </a:ln>
              <a:effectLst/>
            </c:spPr>
            <c:txPr>
              <a:bodyPr/>
              <a:lstStyle/>
              <a:p>
                <a:pPr>
                  <a:defRPr sz="1600">
                    <a:solidFill>
                      <a:srgbClr val="FFFFFF"/>
                    </a:solidFill>
                    <a:latin typeface="Times New Roman"/>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Corn</c:v>
                </c:pt>
                <c:pt idx="1">
                  <c:v>Soybean</c:v>
                </c:pt>
                <c:pt idx="2">
                  <c:v>Wheat</c:v>
                </c:pt>
              </c:strCache>
            </c:strRef>
          </c:cat>
          <c:val>
            <c:numRef>
              <c:f>Sheet1!$C$2:$C$4</c:f>
              <c:numCache>
                <c:formatCode>General</c:formatCode>
                <c:ptCount val="3"/>
                <c:pt idx="0">
                  <c:v>44</c:v>
                </c:pt>
                <c:pt idx="1">
                  <c:v>34</c:v>
                </c:pt>
                <c:pt idx="2">
                  <c:v>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B79-4CB6-A8B9-0047D20DC60C}"/>
            </c:ext>
          </c:extLst>
        </c:ser>
        <c:dLbls>
          <c:dLblPos val="ctr"/>
          <c:showLegendKey val="0"/>
          <c:showVal val="1"/>
          <c:showCatName val="0"/>
          <c:showSerName val="0"/>
          <c:showPercent val="0"/>
          <c:showBubbleSize val="0"/>
        </c:dLbls>
        <c:gapWidth val="60"/>
        <c:overlap val="10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600"/>
            </a:pPr>
            <a:endParaRPr lang="en-US"/>
          </a:p>
        </c:txPr>
        <c:crossAx val="-2113994440"/>
        <c:crosses val="autoZero"/>
        <c:auto val="1"/>
        <c:lblAlgn val="ctr"/>
        <c:lblOffset val="100"/>
        <c:noMultiLvlLbl val="0"/>
      </c:catAx>
      <c:valAx>
        <c:axId val="-2113994440"/>
        <c:scaling>
          <c:orientation val="minMax"/>
          <c:max val="100"/>
        </c:scaling>
        <c:delete val="0"/>
        <c:axPos val="l"/>
        <c:majorGridlines>
          <c:spPr>
            <a:ln>
              <a:solidFill>
                <a:srgbClr val="D7E1EC"/>
              </a:solidFill>
            </a:ln>
          </c:spPr>
        </c:majorGridlines>
        <c:numFmt formatCode="General" sourceLinked="1"/>
        <c:majorTickMark val="out"/>
        <c:minorTickMark val="none"/>
        <c:tickLblPos val="nextTo"/>
        <c:spPr>
          <a:ln>
            <a:noFill/>
          </a:ln>
        </c:spPr>
        <c:txPr>
          <a:bodyPr/>
          <a:lstStyle/>
          <a:p>
            <a:pPr>
              <a:defRPr sz="1400"/>
            </a:pPr>
            <a:endParaRPr lang="en-US"/>
          </a:p>
        </c:txPr>
        <c:crossAx val="-2068027336"/>
        <c:crosses val="autoZero"/>
        <c:crossBetween val="between"/>
      </c:valAx>
    </c:plotArea>
    <c:legend>
      <c:legendPos val="b"/>
      <c:overlay val="0"/>
      <c:txPr>
        <a:bodyPr/>
        <a:lstStyle/>
        <a:p>
          <a:pPr>
            <a:defRPr sz="1600">
              <a:latin typeface="Times New Roman"/>
            </a:defRPr>
          </a:pPr>
          <a:endParaRPr lang="en-US"/>
        </a:p>
      </c:txPr>
    </c:legend>
    <c:plotVisOnly val="1"/>
    <c:dispBlanksAs val="gap"/>
    <c:showDLblsOverMax val="1"/>
  </c:chart>
  <c:txPr>
    <a:bodyPr/>
    <a:lstStyle/>
    <a:p>
      <a:pPr>
        <a:defRPr sz="1600">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Argentina (751 fields)</c:v>
                </c:pt>
              </c:strCache>
            </c:strRef>
          </c:tx>
          <c:spPr>
            <a:solidFill>
              <a:srgbClr val="800000"/>
            </a:solidFill>
          </c:spPr>
          <c:invertIfNegative val="1"/>
          <c:dLbls>
            <c:numFmt formatCode="0" sourceLinked="0"/>
            <c:spPr>
              <a:noFill/>
              <a:ln>
                <a:noFill/>
              </a:ln>
              <a:effectLst/>
            </c:spPr>
            <c:txPr>
              <a:bodyPr/>
              <a:lstStyle/>
              <a:p>
                <a:pPr>
                  <a:defRPr sz="16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Corn</c:v>
                </c:pt>
                <c:pt idx="1">
                  <c:v>Soybean</c:v>
                </c:pt>
                <c:pt idx="2">
                  <c:v>Wheat</c:v>
                </c:pt>
              </c:strCache>
            </c:strRef>
          </c:cat>
          <c:val>
            <c:numRef>
              <c:f>Sheet1!$B$2:$B$4</c:f>
              <c:numCache>
                <c:formatCode>General</c:formatCode>
                <c:ptCount val="3"/>
                <c:pt idx="0">
                  <c:v>185</c:v>
                </c:pt>
                <c:pt idx="1">
                  <c:v>440</c:v>
                </c:pt>
                <c:pt idx="2">
                  <c:v>126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A13-463C-A48D-49D915018F1F}"/>
            </c:ext>
          </c:extLst>
        </c:ser>
        <c:ser>
          <c:idx val="1"/>
          <c:order val="1"/>
          <c:tx>
            <c:strRef>
              <c:f>Sheet1!$C$1</c:f>
              <c:strCache>
                <c:ptCount val="1"/>
                <c:pt idx="0">
                  <c:v>Brazil (551 fields)</c:v>
                </c:pt>
              </c:strCache>
            </c:strRef>
          </c:tx>
          <c:spPr>
            <a:solidFill>
              <a:srgbClr val="717171"/>
            </a:solidFill>
          </c:spPr>
          <c:invertIfNegative val="1"/>
          <c:dLbls>
            <c:numFmt formatCode="0" sourceLinked="0"/>
            <c:spPr>
              <a:noFill/>
              <a:ln>
                <a:noFill/>
              </a:ln>
              <a:effectLst/>
            </c:spPr>
            <c:txPr>
              <a:bodyPr/>
              <a:lstStyle/>
              <a:p>
                <a:pPr>
                  <a:defRPr sz="16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Corn</c:v>
                </c:pt>
                <c:pt idx="1">
                  <c:v>Soybean</c:v>
                </c:pt>
                <c:pt idx="2">
                  <c:v>Wheat</c:v>
                </c:pt>
              </c:strCache>
            </c:strRef>
          </c:cat>
          <c:val>
            <c:numRef>
              <c:f>Sheet1!$C$2:$C$4</c:f>
              <c:numCache>
                <c:formatCode>General</c:formatCode>
                <c:ptCount val="3"/>
                <c:pt idx="0">
                  <c:v>118</c:v>
                </c:pt>
                <c:pt idx="1">
                  <c:v>293</c:v>
                </c:pt>
                <c:pt idx="2">
                  <c:v>140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A13-463C-A48D-49D915018F1F}"/>
            </c:ext>
          </c:extLst>
        </c:ser>
        <c:dLbls>
          <c:dLblPos val="outEnd"/>
          <c:showLegendKey val="0"/>
          <c:showVal val="1"/>
          <c:showCatName val="0"/>
          <c:showSerName val="0"/>
          <c:showPercent val="0"/>
          <c:showBubbleSize val="0"/>
        </c:dLbls>
        <c:gapWidth val="70"/>
        <c:overlap val="-5"/>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600"/>
            </a:pPr>
            <a:endParaRPr lang="en-US"/>
          </a:p>
        </c:txPr>
        <c:crossAx val="-2113994440"/>
        <c:crosses val="autoZero"/>
        <c:auto val="1"/>
        <c:lblAlgn val="ctr"/>
        <c:lblOffset val="100"/>
        <c:noMultiLvlLbl val="0"/>
      </c:catAx>
      <c:valAx>
        <c:axId val="-2113994440"/>
        <c:scaling>
          <c:orientation val="minMax"/>
          <c:max val="500"/>
        </c:scaling>
        <c:delete val="0"/>
        <c:axPos val="l"/>
        <c:majorGridlines>
          <c:spPr>
            <a:ln>
              <a:solidFill>
                <a:srgbClr val="D7E1EC"/>
              </a:solidFill>
            </a:ln>
          </c:spPr>
        </c:majorGridlines>
        <c:numFmt formatCode="General" sourceLinked="1"/>
        <c:majorTickMark val="out"/>
        <c:minorTickMark val="none"/>
        <c:tickLblPos val="nextTo"/>
        <c:spPr>
          <a:ln>
            <a:noFill/>
          </a:ln>
        </c:spPr>
        <c:txPr>
          <a:bodyPr/>
          <a:lstStyle/>
          <a:p>
            <a:pPr>
              <a:defRPr sz="1400"/>
            </a:pPr>
            <a:endParaRPr lang="en-US"/>
          </a:p>
        </c:txPr>
        <c:crossAx val="-2068027336"/>
        <c:crosses val="autoZero"/>
        <c:crossBetween val="between"/>
      </c:valAx>
    </c:plotArea>
    <c:legend>
      <c:legendPos val="b"/>
      <c:overlay val="0"/>
      <c:txPr>
        <a:bodyPr/>
        <a:lstStyle/>
        <a:p>
          <a:pPr>
            <a:defRPr sz="1600">
              <a:latin typeface="Times New Roman"/>
            </a:defRPr>
          </a:pPr>
          <a:endParaRPr lang="en-US"/>
        </a:p>
      </c:txPr>
    </c:legend>
    <c:plotVisOnly val="1"/>
    <c:dispBlanksAs val="gap"/>
    <c:showDLblsOverMax val="1"/>
  </c:chart>
  <c:txPr>
    <a:bodyPr/>
    <a:lstStyle/>
    <a:p>
      <a:pPr>
        <a:defRPr sz="1600">
          <a:latin typeface="Times New Roman"/>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40387C-D3F9-4452-9D54-49BA9381CA00}"/>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F7B5945B-DC00-423F-8366-E717AEB894F6}"/>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43AD544C-77BC-429F-B9EC-D417B112CDA0}" type="datetimeFigureOut">
              <a:rPr lang="en-IN" smtClean="0"/>
              <a:t>12-10-2026</a:t>
            </a:fld>
            <a:endParaRPr lang="en-IN"/>
          </a:p>
        </p:txBody>
      </p:sp>
      <p:sp>
        <p:nvSpPr>
          <p:cNvPr id="4" name="Footer Placeholder 3">
            <a:extLst>
              <a:ext uri="{FF2B5EF4-FFF2-40B4-BE49-F238E27FC236}">
                <a16:creationId xmlns:a16="http://schemas.microsoft.com/office/drawing/2014/main" id="{5AA6A862-E98C-497E-9728-5479FE4BB6A5}"/>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r>
              <a:rPr lang="en-IN"/>
              <a:t>1</a:t>
            </a:r>
          </a:p>
        </p:txBody>
      </p:sp>
      <p:sp>
        <p:nvSpPr>
          <p:cNvPr id="5" name="Slide Number Placeholder 4">
            <a:extLst>
              <a:ext uri="{FF2B5EF4-FFF2-40B4-BE49-F238E27FC236}">
                <a16:creationId xmlns:a16="http://schemas.microsoft.com/office/drawing/2014/main" id="{820420FD-C89D-4DBC-838D-D9B7321554B0}"/>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3F4D8D1C-766E-45E4-9017-BA9DF46AC79B}" type="slidenum">
              <a:rPr lang="en-IN" smtClean="0"/>
              <a:t>‹#›</a:t>
            </a:fld>
            <a:endParaRPr lang="en-IN"/>
          </a:p>
        </p:txBody>
      </p:sp>
    </p:spTree>
    <p:extLst>
      <p:ext uri="{BB962C8B-B14F-4D97-AF65-F5344CB8AC3E}">
        <p14:creationId xmlns:p14="http://schemas.microsoft.com/office/powerpoint/2010/main" val="350180466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6522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30 seconds</a:t>
            </a:r>
          </a:p>
          <a:p>
            <a:endParaRPr/>
          </a:p>
          <a:p>
            <a:r>
              <a:t>SAY:</a:t>
            </a:r>
          </a:p>
          <a:p>
            <a:r>
              <a:t>Good morning. We are Group 3 of Project 19 in ECE 501, Digital Image Processing. I am Het Patel, and with me are Dhairya Shah, Jay Daftari and Hiya Soni.</a:t>
            </a:r>
          </a:p>
          <a:p>
            <a:endParaRPr/>
          </a:p>
          <a:p>
            <a:r>
              <a:t>Our project is about one question: can we tell which crop grows in a field if we look at it with two different kinds of satellite image together? The title says it in short. SAR is radar imaging. Optical is normal sunlight imaging. Fusion means combining what we learn from both. Classification means the output is a label, here corn, soybean or wheat. YieldSAT is the dataset we use.</a:t>
            </a:r>
          </a:p>
          <a:p>
            <a:endParaRPr/>
          </a:p>
          <a:p>
            <a:r>
              <a:t>Today we cover only the first half of the semester, which is the data and the processing pipeline. The classifier comes in the second half.</a:t>
            </a:r>
          </a:p>
          <a:p>
            <a:endParaRPr/>
          </a:p>
          <a:p>
            <a:r>
              <a:t>TRANSITION: Let me start with why this matters.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1.5 minutes</a:t>
            </a:r>
          </a:p>
          <a:p>
            <a:endParaRPr/>
          </a:p>
          <a:p>
            <a:r>
              <a:t>SAY (flow: why crop type, why one sensor fails, why radar helps, what we ask):</a:t>
            </a:r>
          </a:p>
          <a:p>
            <a:r>
              <a:t>1. Why crop type. Knowing which crop grows where helps with farm planning and food security. A crop map tells planners what is planted and how much, over areas too large to visit on foot. Satellites are the only practical way to do this at scale.</a:t>
            </a:r>
          </a:p>
          <a:p>
            <a:endParaRPr/>
          </a:p>
          <a:p>
            <a:r>
              <a:t>2. Two kinds of satellite. Optical satellites such as Sentinel-2 are passive. They measure sunlight reflected from the ground, in colours our eyes see and in near-infrared. Healthy plants reflect strongly in near-infrared, so optical images tell us a lot about greenness. Radar satellites such as Sentinel-1 are active. They send their own microwave pulse and measure what comes back. They do not need sunlight.</a:t>
            </a:r>
          </a:p>
          <a:p>
            <a:endParaRPr/>
          </a:p>
          <a:p>
            <a:r>
              <a:t>3. The problem with optical, shown by our own data. This chart is from three real fields, one per crop. The grey part is the number of dates we had to drop because clouds or cloud shadow covered too much of the field. Corn keeps 52 of 96 dates, soybean 47 of 81, wheat 49 of 93. Added together that is 148 kept out of 270, about 55 percent kept, so about 45 percent lost. Note these are three fields only, so treat 55 percent as an indication, not a dataset-wide number.</a:t>
            </a:r>
          </a:p>
          <a:p>
            <a:endParaRPr/>
          </a:p>
          <a:p>
            <a:r>
              <a:t>4. Why radar helps. Radar waves pass through clouds, so a radar image exists even on the dates optical is blocked. It also responds to different things: the structure and moisture of the plants, not their colour. So the two sensors give two different views of the same field.</a:t>
            </a:r>
          </a:p>
          <a:p>
            <a:endParaRPr/>
          </a:p>
          <a:p>
            <a:r>
              <a:t>5. The catch. Radar images carry speckle, a grainy noise. We cannot use them raw, which is why a filter is part of our pipeline.</a:t>
            </a:r>
          </a:p>
          <a:p>
            <a:endParaRPr/>
          </a:p>
          <a:p>
            <a:r>
              <a:t>INFERENCE: Neither sensor is enough alone. Optical is rich but incomplete in time. Radar is complete in time but noisy. That is the reason to fuse them.</a:t>
            </a:r>
          </a:p>
          <a:p>
            <a:endParaRPr/>
          </a:p>
          <a:p>
            <a:r>
              <a:t>KPI THIS SLIDE SUPPORTS: fraction of dates kept by the cloud mask, about 55 percent.</a:t>
            </a:r>
          </a:p>
          <a:p>
            <a:endParaRPr/>
          </a:p>
          <a:p>
            <a:r>
              <a:t>IF ASKED: "Why not just wait for a clear day?" A crop grows on a schedule, and the clear days may fall outside the growth stage that separates crops.</a:t>
            </a:r>
          </a:p>
          <a:p>
            <a:endParaRPr/>
          </a:p>
          <a:p>
            <a:r>
              <a:t>TRANSITION: So the exact problem we are solving is the following.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1 minute</a:t>
            </a:r>
          </a:p>
          <a:p>
            <a:endParaRPr/>
          </a:p>
          <a:p>
            <a:r>
              <a:t>SAY:</a:t>
            </a:r>
          </a:p>
          <a:p>
            <a:r>
              <a:t>Our problem in two sentences. Given Sentinel-2 and Sentinel-1 images of the same field, predict whether it grows corn, soybean or wheat. And compare three settings: optical-only, SAR-only and fused features, using classical machine learning.</a:t>
            </a:r>
          </a:p>
          <a:p>
            <a:endParaRPr/>
          </a:p>
          <a:p>
            <a:r>
              <a:t>Words to explain:</a:t>
            </a:r>
          </a:p>
          <a:p>
            <a:r>
              <a:t>- Hand-crafted features: numbers we compute from the images by a known formula, for example a vegetation index or the mean radar backscatter. This is different from deep learning, where a network learns features by itself. We do not use deep learning, because the course asks for explainable features.</a:t>
            </a:r>
          </a:p>
          <a:p>
            <a:r>
              <a:t>- Classical machine learning: models such as Random Forest and SVM, which take a feature table and output a class.</a:t>
            </a:r>
          </a:p>
          <a:p>
            <a:r>
              <a:t>- Fused: the optical and SAR feature numbers joined into one vector per field.</a:t>
            </a:r>
          </a:p>
          <a:p>
            <a:endParaRPr/>
          </a:p>
          <a:p>
            <a:r>
              <a:t>The right-hand card is our scope today. For mid-sem we only built and tested the data pipeline, on three real fields from Argentina, plus a check of the whole dataset. The left card is what comes next. Our group was assigned Argentina and Brazil.</a:t>
            </a:r>
          </a:p>
          <a:p>
            <a:endParaRPr/>
          </a:p>
          <a:p>
            <a:r>
              <a:t>HONEST POINT: We have not trained a classifier yet. So we do not claim that fusion is better. That is what the second half will measure.</a:t>
            </a:r>
          </a:p>
          <a:p>
            <a:endParaRPr/>
          </a:p>
          <a:p>
            <a:r>
              <a:t>TRANSITION: Before the method, what does existing work give us?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1 minute</a:t>
            </a:r>
          </a:p>
          <a:p>
            <a:endParaRPr/>
          </a:p>
          <a:p>
            <a:r>
              <a:t>SAY:</a:t>
            </a:r>
          </a:p>
          <a:p>
            <a:r>
              <a:t>We rely on six sources, and each one maps to a part of our pipeline. I will go through the table by its last column.</a:t>
            </a:r>
          </a:p>
          <a:p>
            <a:endParaRPr/>
          </a:p>
          <a:p>
            <a:r>
              <a:t>[1] Miranda and colleagues, YieldSAT, CVPR 2026. This is our dataset. It is a multimodal benchmark with Sentinel-2 images and crop labels for many fields. Importantly, it has no radar data.</a:t>
            </a:r>
          </a:p>
          <a:p>
            <a:r>
              <a:t>[2] Torres and colleagues describe the Sentinel-1 mission. That is our radar source, in VV and VH polarisation.</a:t>
            </a:r>
          </a:p>
          <a:p>
            <a:r>
              <a:t>[3] Gorelick and colleagues describe Google Earth Engine, the cloud platform we use to search and download Sentinel-1.</a:t>
            </a:r>
          </a:p>
          <a:p>
            <a:r>
              <a:t>[4] Lee, 1980. The speckle filter. It uses the mean and variance in a local window. We use a 5 by 5 window.</a:t>
            </a:r>
          </a:p>
          <a:p>
            <a:r>
              <a:t>[5] Rouse and colleagues, 1974. They introduced NDVI, the vegetation index. We compute NDVI and three more indices.</a:t>
            </a:r>
          </a:p>
          <a:p>
            <a:r>
              <a:t>[6] Haralick and colleagues, 1973. Gray level co-occurrence matrix texture features. This is planned for the second half.</a:t>
            </a:r>
          </a:p>
          <a:p>
            <a:endParaRPr/>
          </a:p>
          <a:p>
            <a:r>
              <a:t>THE GAP, the line at the bottom: YieldSAT does not contain radar, so the radar half of the project is built by us. That is a real piece of work, not just reading data that already exists.</a:t>
            </a:r>
          </a:p>
          <a:p>
            <a:endParaRPr/>
          </a:p>
          <a:p>
            <a:r>
              <a:t>IF ASKED about other fusion papers: our mid-sem report cites only these six, so I will say that a wider survey of fusion methods is part of the end-sem report.</a:t>
            </a:r>
          </a:p>
          <a:p>
            <a:endParaRPr/>
          </a:p>
          <a:p>
            <a:r>
              <a:t>TRANSITION: Now the data itself.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1 minute</a:t>
            </a:r>
          </a:p>
          <a:p>
            <a:endParaRPr/>
          </a:p>
          <a:p>
            <a:r>
              <a:t>SAY:</a:t>
            </a:r>
          </a:p>
          <a:p>
            <a:r>
              <a:t>First KPI: coverage. We scanned every field folder in our two countries. All 751 Argentina fields and all 551 Brazil fields loaded without errors, 1302 in total. The crop counts also match the YieldSAT paper. Argentina has 185 corn, 440 soybean and 126 wheat fields. Brazil has 118 corn, 293 soybean and 140 wheat.</a:t>
            </a:r>
          </a:p>
          <a:p>
            <a:endParaRPr/>
          </a:p>
          <a:p>
            <a:r>
              <a:t>What the chart tells us: the classes are not balanced. Soybean is the biggest class in both countries. So later we cannot trust accuracy alone. A model that always says soybean would already look decent. That is why we will also report F1-score and confusion matrices.</a:t>
            </a:r>
          </a:p>
          <a:p>
            <a:endParaRPr/>
          </a:p>
          <a:p>
            <a:r>
              <a:t>Dataset details: each field is a folder with Sentinel-2 images for every date between seeding and harvest. Each image has 12 bands at 10 metre resolution. Values are 16-bit integers, so we divide by 10000 to get reflectance. The value 0 means no data. Each date also has an SCL file, the scene classification layer, which gives a class for every pixel.</a:t>
            </a:r>
          </a:p>
          <a:p>
            <a:endParaRPr/>
          </a:p>
          <a:p>
            <a:r>
              <a:t>The issue we found: the image is a rectangle but the field is not. Corners outside the field have SCL class 0. Our first mask let these pixels through. We fixed it by keeping only an allow-list of usable classes. I mention it because it shows why we checked every field and not a sample.</a:t>
            </a:r>
          </a:p>
          <a:p>
            <a:endParaRPr/>
          </a:p>
          <a:p>
            <a:r>
              <a:t>TRANSITION: Next, how we turn these raw images into clean inputs.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1.5 minutes (this is the core method slide, go slowly)</a:t>
            </a:r>
          </a:p>
          <a:p>
            <a:endParaRPr/>
          </a:p>
          <a:p>
            <a:r>
              <a:t>SAY: two branches, same field, same grid.</a:t>
            </a:r>
          </a:p>
          <a:p>
            <a:endParaRPr/>
          </a:p>
          <a:p>
            <a:r>
              <a:t>OPTICAL BRANCH, left to right:</a:t>
            </a:r>
          </a:p>
          <a:p>
            <a:r>
              <a:t>1. Input: Sentinel-2 images for each date with their SCL layer.</a:t>
            </a:r>
          </a:p>
          <a:p>
            <a:r>
              <a:t>2. Cloud mask: we keep SCL classes 4, 5, 6 and 7, which are vegetation, bare soil, water and unclassified. We drop cloud, cloud shadow, snow and no data. If fewer than 20 percent of a date's field pixels are usable, we drop the whole date.</a:t>
            </a:r>
          </a:p>
          <a:p>
            <a:r>
              <a:t>3. Median composite: for each pixel and each band we take the median over the valid dates. Formula on the report: C of x, y, b equals the median over valid dates of the image value. Why median and not mean: one cloud pixel that the mask missed pulls the mean a lot, but barely moves the median.</a:t>
            </a:r>
          </a:p>
          <a:p>
            <a:r>
              <a:t>4. Four indices. NDVI is near-infrared minus red over near-infrared plus red. Higher means greener. EVI is a corrected version that uses blue to reduce atmosphere and soil effects. GNDVI uses green instead of red and responds to chlorophyll. NDWI uses green and near-infrared and responds to water.</a:t>
            </a:r>
          </a:p>
          <a:p>
            <a:endParaRPr/>
          </a:p>
          <a:p>
            <a:r>
              <a:t>SAR BRANCH:</a:t>
            </a:r>
          </a:p>
          <a:p>
            <a:r>
              <a:t>1. Input: Sentinel-1 GRD scenes in interferometric wide mode, with VV and VH. VV means sent vertical and received vertical. VH means sent vertical and received horizontal. We query them in Google Earth Engine over the exact extent of the field and between its seeding and harvest dates.</a:t>
            </a:r>
          </a:p>
          <a:p>
            <a:r>
              <a:t>2. Median of all scenes, downloaded at 10 metres in decibels. Decibel is a log scale, ten times log base ten of the power, which is why values are negative.</a:t>
            </a:r>
          </a:p>
          <a:p>
            <a:r>
              <a:t>3. Lee filter, 5 by 5. Speckle comes from radar waves interfering with each other. The filter replaces each pixel with a mix of the local mean and the pixel. In flat areas it moves toward the mean. Near edges it keeps the pixel, so edges are not blurred.</a:t>
            </a:r>
          </a:p>
          <a:p>
            <a:r>
              <a:t>4. Bilinear resampling onto the pixel grid of the YieldSAT field.</a:t>
            </a:r>
          </a:p>
          <a:p>
            <a:endParaRPr/>
          </a:p>
          <a:p>
            <a:r>
              <a:t>WHY THE LAST BOX MATTERS: after alignment, one optical pixel and one SAR pixel cover the same ground. Without this, we could not build one feature vector per field.</a:t>
            </a:r>
          </a:p>
          <a:p>
            <a:endParaRPr/>
          </a:p>
          <a:p>
            <a:r>
              <a:t>TRANSITION: Let us see what the pipeline produced on real fields.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1.5 minutes</a:t>
            </a:r>
          </a:p>
          <a:p>
            <a:endParaRPr/>
          </a:p>
          <a:p>
            <a:r>
              <a:t>SAY:</a:t>
            </a:r>
          </a:p>
          <a:p>
            <a:r>
              <a:t>We ran the full pipeline on one real Argentina field per crop. The figure shows the corn field in four panels. A is the cloud-free optical composite. B is NDVI, where green means higher values. C is the Sentinel-1 VV image as downloaded, and D is the same after the Lee filter and alignment. Look at C and D. The grain in C is speckle. In D the field texture is smoother but the dark patch at the bottom left is still there, so we removed noise and kept structure.</a:t>
            </a:r>
          </a:p>
          <a:p>
            <a:endParaRPr/>
          </a:p>
          <a:p>
            <a:r>
              <a:t>Now the table, with the KPIs:</a:t>
            </a:r>
          </a:p>
          <a:p>
            <a:r>
              <a:t>- Dates kept: 52 of 96 for corn, 47 of 81 for soybean, 49 of 93 for wheat. About 55 percent each.</a:t>
            </a:r>
          </a:p>
          <a:p>
            <a:r>
              <a:t>- Sentinel-1 scenes used: 15, 12 and 14.</a:t>
            </a:r>
          </a:p>
          <a:p>
            <a:r>
              <a:t>- NDVI: 0.52 for corn, 0.41 for soybean, 0.48 for wheat.</a:t>
            </a:r>
          </a:p>
          <a:p>
            <a:r>
              <a:t>- VV: minus 10.23, minus 9.44 and minus 14.90 decibels.</a:t>
            </a:r>
          </a:p>
          <a:p>
            <a:r>
              <a:t>- VH: minus 17.50, minus 16.81 and minus 22.22 decibels.</a:t>
            </a:r>
          </a:p>
          <a:p>
            <a:endParaRPr/>
          </a:p>
          <a:p>
            <a:r>
              <a:t>INFERENCES, said carefully:</a:t>
            </a:r>
          </a:p>
          <a:p>
            <a:r>
              <a:t>1. The VV minus VH gap is about 7.3 decibels for all three fields (7.27 to 7.37). That consistency tells us the radar download and filtering behave sensibly.</a:t>
            </a:r>
          </a:p>
          <a:p>
            <a:r>
              <a:t>2. The wheat field has a much lower VV, about 4.7 to 5.5 decibels below the others. It is also from a different season: planted in June and harvested in November 2023, while corn and soybean were planted in October and November and harvested in March and April. The season or the crop structure may explain it.</a:t>
            </a:r>
          </a:p>
          <a:p>
            <a:r>
              <a:t>3. NDVI values look low because the composite averages the whole season, including early growth. A peak-season composite should give higher values, and that is our next step.</a:t>
            </a:r>
          </a:p>
          <a:p>
            <a:endParaRPr/>
          </a:p>
          <a:p>
            <a:r>
              <a:t>LIMIT: one field per crop, one country. We cannot conclude that wheat always has lower VV. These are pipeline checks, not classification results.</a:t>
            </a:r>
          </a:p>
          <a:p>
            <a:endParaRPr/>
          </a:p>
          <a:p>
            <a:r>
              <a:t>TRANSITION: One more check, on the filter itself.</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1 minute</a:t>
            </a:r>
          </a:p>
          <a:p>
            <a:endParaRPr/>
          </a:p>
          <a:p>
            <a:r>
              <a:t>SAY:</a:t>
            </a:r>
          </a:p>
          <a:p>
            <a:r>
              <a:t>How do we know the Lee filter works and does not just blur everything? We tested it on a real Sentinel-1 composite of a farmland area in Argentina, 112 by 113 pixels, built from 5 scenes. The figure shows VV and VH, raw on the left and filtered on the right.</a:t>
            </a:r>
          </a:p>
          <a:p>
            <a:endParaRPr/>
          </a:p>
          <a:p>
            <a:r>
              <a:t>Three numbers answer the question:</a:t>
            </a:r>
          </a:p>
          <a:p>
            <a:r>
              <a:t>1. The standard deviation of VV dropped from 1.35 to 1.08 decibels. That is a fall of about 20 percent, so the pixel-to-pixel noise is lower.</a:t>
            </a:r>
          </a:p>
          <a:p>
            <a:r>
              <a:t>2. The VV mean stayed at minus 12.87 decibels. This is the important check. A good despeckling filter reduces noise and does not shift the signal, because the mean backscatter is exactly what we will use as a feature.</a:t>
            </a:r>
          </a:p>
          <a:p>
            <a:r>
              <a:t>3. Visually, the large structures remain and the grain is smoothed.</a:t>
            </a:r>
          </a:p>
          <a:p>
            <a:endParaRPr/>
          </a:p>
          <a:p>
            <a:r>
              <a:t>Why the standard deviation is a fair measure: speckle is random pixel-to-pixel variation, so reducing it lowers the standard deviation. The caution is that a field with real texture also has variation, so the drop is a proxy and not a perfect noise measure.</a:t>
            </a:r>
          </a:p>
          <a:p>
            <a:endParaRPr/>
          </a:p>
          <a:p>
            <a:r>
              <a:t>IF ASKED "why not a stronger filter or a bigger window": a larger window smooths more but blurs field borders. We picked 5 by 5 as the standard choice and may test other sizes if time allows. We have not yet compared filters.</a:t>
            </a:r>
          </a:p>
          <a:p>
            <a:endParaRPr/>
          </a:p>
          <a:p>
            <a:r>
              <a:t>TRANSITION: So what is next?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1 minute</a:t>
            </a:r>
          </a:p>
          <a:p>
            <a:endParaRPr/>
          </a:p>
          <a:p>
            <a:r>
              <a:t>SAY:</a:t>
            </a:r>
          </a:p>
          <a:p>
            <a:r>
              <a:t>Three steps lead to a classifier.</a:t>
            </a:r>
          </a:p>
          <a:p>
            <a:endParaRPr/>
          </a:p>
          <a:p>
            <a:r>
              <a:t>1. Features. We switch from a whole-season composite to a peak-season window, because that should give higher and more separable NDVI values. We also add GLCM texture features, which describe how gray levels are arranged in the image, such as contrast and homogeneity. This follows Haralick, reference 6.</a:t>
            </a:r>
          </a:p>
          <a:p>
            <a:r>
              <a:t>2. Feature table. We scale the pipeline from three fields to many fields, and store optical, SAR and fused features in one table.</a:t>
            </a:r>
          </a:p>
          <a:p>
            <a:r>
              <a:t>3. Models. We train Random Forest and SVM. Random Forest is a set of decision trees that vote. SVM finds a boundary that separates classes with the largest margin.</a:t>
            </a:r>
          </a:p>
          <a:p>
            <a:endParaRPr/>
          </a:p>
          <a:p>
            <a:r>
              <a:t>Evaluation. We compare optical-only, SAR-only and fused settings. The KPIs are accuracy, F1-score and the confusion matrix. Accuracy is the share of correct predictions. F1-score balances precision and recall per class, which matters because soybean dominates. The confusion matrix shows which crops get mixed up.</a:t>
            </a:r>
          </a:p>
          <a:p>
            <a:endParaRPr/>
          </a:p>
          <a:p>
            <a:r>
              <a:t>TARGET: end-sem presentation is around 16 November.</a:t>
            </a:r>
          </a:p>
          <a:p>
            <a:endParaRPr/>
          </a:p>
          <a:p>
            <a:r>
              <a:t>HONEST FRAMING: we do not yet know whether fusion beats optical-only. A possible outcome is that it does not help much. Either result is a valid finding.</a:t>
            </a:r>
          </a:p>
          <a:p>
            <a:endParaRPr/>
          </a:p>
          <a:p>
            <a:r>
              <a:t>TRANSITION: Finally, who did what.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45 seconds</a:t>
            </a:r>
          </a:p>
          <a:p>
            <a:endParaRPr/>
          </a:p>
          <a:p>
            <a:r>
              <a:t>SAY (each member introduces their own line, or one person reads it):</a:t>
            </a:r>
          </a:p>
          <a:p>
            <a:r>
              <a:t>- Het Patel: Sentinel-1 download through Google Earth Engine, the Lee filter, and alignment of SAR to the optical grid.</a:t>
            </a:r>
          </a:p>
          <a:p>
            <a:r>
              <a:t>- Dhairya Shah: the optical pipeline, which is the SCL cloud mask, the median composite and the four vegetation indices.</a:t>
            </a:r>
          </a:p>
          <a:p>
            <a:r>
              <a:t>- Jay Daftari: the scan of all 1302 fields, the crop count check and the fix for the mask problem.</a:t>
            </a:r>
          </a:p>
          <a:p>
            <a:r>
              <a:t>- Hiya Soni: the speckle test, the result figures and the field summary table.</a:t>
            </a:r>
          </a:p>
          <a:p>
            <a:endParaRPr/>
          </a:p>
          <a:p>
            <a:r>
              <a:t>NOTE FOR THE TEAM BEFORE PRESENTING: this split is a draft. Edit the slide so that it matches what each person actually did.</a:t>
            </a:r>
          </a:p>
          <a:p>
            <a:endParaRPr/>
          </a:p>
          <a:p>
            <a:r>
              <a:t>CLOSING:</a:t>
            </a:r>
          </a:p>
          <a:p>
            <a:r>
              <a:t>To summarise: the optical branch gives a clean composite and four indices, the SAR branch gives a filtered image on the same grid, and both ran on real data from all 1302 fields in the dataset check and on three fields end to end. Next is texture, a feature table and the classifiers. Thank you. We are happy to take questions.</a:t>
            </a:r>
          </a:p>
          <a:p>
            <a:endParaRPr/>
          </a:p>
          <a:p>
            <a:r>
              <a:t>LIKELY QUESTIONS:</a:t>
            </a:r>
          </a:p>
          <a:p>
            <a:r>
              <a:t>- Why median? Robust to missed cloud pixels.</a:t>
            </a:r>
          </a:p>
          <a:p>
            <a:r>
              <a:t>- Why dB? Radar power spans a large range, a log scale makes it manageable.</a:t>
            </a:r>
          </a:p>
          <a:p>
            <a:r>
              <a:t>- Is 55 percent typical? Only three fields. We will report the dataset-wide figure later.</a:t>
            </a:r>
          </a:p>
          <a:p>
            <a:r>
              <a:t>- Did you use deep learning? No, the project is limited to hand-crafted features and classical models.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5400"/>
              <a:buFont typeface="Helvetica Neue"/>
              <a:buNone/>
              <a:defRPr sz="5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000"/>
              <a:buFont typeface="Helvetica Neue Light"/>
              <a:buNone/>
              <a:defRPr sz="2000" b="0" i="0">
                <a:solidFill>
                  <a:srgbClr val="888888"/>
                </a:solidFill>
                <a:latin typeface="Helvetica Neue Light"/>
                <a:ea typeface="Helvetica Neue Light"/>
                <a:cs typeface="Helvetica Neue Light"/>
                <a:sym typeface="Helvetica Neue Light"/>
              </a:defRPr>
            </a:lvl1pPr>
            <a:lvl2pPr marL="914400" lvl="1" indent="-228600" algn="l">
              <a:lnSpc>
                <a:spcPct val="90000"/>
              </a:lnSpc>
              <a:spcBef>
                <a:spcPts val="500"/>
              </a:spcBef>
              <a:spcAft>
                <a:spcPts val="0"/>
              </a:spcAft>
              <a:buClr>
                <a:srgbClr val="888888"/>
              </a:buClr>
              <a:buSzPts val="2000"/>
              <a:buFont typeface="Helvetica Neue Light"/>
              <a:buNone/>
              <a:defRPr sz="2000">
                <a:solidFill>
                  <a:srgbClr val="888888"/>
                </a:solidFill>
              </a:defRPr>
            </a:lvl2pPr>
            <a:lvl3pPr marL="1371600" lvl="2" indent="-228600" algn="l">
              <a:lnSpc>
                <a:spcPct val="90000"/>
              </a:lnSpc>
              <a:spcBef>
                <a:spcPts val="500"/>
              </a:spcBef>
              <a:spcAft>
                <a:spcPts val="0"/>
              </a:spcAft>
              <a:buClr>
                <a:srgbClr val="888888"/>
              </a:buClr>
              <a:buSzPts val="1800"/>
              <a:buFont typeface="Helvetica Neue Light"/>
              <a:buNone/>
              <a:defRPr sz="1800">
                <a:solidFill>
                  <a:srgbClr val="888888"/>
                </a:solidFill>
              </a:defRPr>
            </a:lvl3pPr>
            <a:lvl4pPr marL="1828800" lvl="3" indent="-228600" algn="l">
              <a:lnSpc>
                <a:spcPct val="90000"/>
              </a:lnSpc>
              <a:spcBef>
                <a:spcPts val="500"/>
              </a:spcBef>
              <a:spcAft>
                <a:spcPts val="0"/>
              </a:spcAft>
              <a:buClr>
                <a:srgbClr val="888888"/>
              </a:buClr>
              <a:buSzPts val="1600"/>
              <a:buFont typeface="Helvetica Neue Light"/>
              <a:buNone/>
              <a:defRPr sz="1600">
                <a:solidFill>
                  <a:srgbClr val="888888"/>
                </a:solidFill>
              </a:defRPr>
            </a:lvl4pPr>
            <a:lvl5pPr marL="2286000" lvl="4" indent="-228600" algn="l">
              <a:lnSpc>
                <a:spcPct val="90000"/>
              </a:lnSpc>
              <a:spcBef>
                <a:spcPts val="500"/>
              </a:spcBef>
              <a:spcAft>
                <a:spcPts val="0"/>
              </a:spcAft>
              <a:buClr>
                <a:srgbClr val="888888"/>
              </a:buClr>
              <a:buSzPts val="1600"/>
              <a:buFont typeface="Helvetica Neue Light"/>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4" name="Google Shape;24;p3"/>
          <p:cNvSpPr txBox="1">
            <a:spLocks noGrp="1"/>
          </p:cNvSpPr>
          <p:nvPr>
            <p:ph type="sldNum" idx="12"/>
          </p:nvPr>
        </p:nvSpPr>
        <p:spPr>
          <a:xfrm>
            <a:off x="10802678" y="6284675"/>
            <a:ext cx="551121" cy="377426"/>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1pPr>
            <a:lvl2pPr marL="0" lvl="1"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2pPr>
            <a:lvl3pPr marL="0" lvl="2"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3pPr>
            <a:lvl4pPr marL="0" lvl="3"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4pPr>
            <a:lvl5pPr marL="0" lvl="4"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5pPr>
            <a:lvl6pPr marL="0" lvl="5"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6pPr>
            <a:lvl7pPr marL="0" lvl="6"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7pPr>
            <a:lvl8pPr marL="0" lvl="7"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8pPr>
            <a:lvl9pPr marL="0" lvl="8" indent="0" algn="r">
              <a:spcBef>
                <a:spcPts val="0"/>
              </a:spcBef>
              <a:buNone/>
              <a:defRPr sz="1200" b="1" i="0" u="none" strike="noStrike" cap="none">
                <a:solidFill>
                  <a:srgbClr val="7F7F7F"/>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r>
              <a:rPr lang="en-US"/>
              <a:t>|</a:t>
            </a:r>
            <a:r>
              <a:rPr lang="en-US" b="0"/>
              <a:t>  </a:t>
            </a:r>
            <a:fld id="{00000000-1234-1234-1234-123412341234}" type="slidenum">
              <a:rPr lang="en-US" b="0"/>
              <a:t>‹#›</a:t>
            </a:fld>
            <a:endParaRPr b="0"/>
          </a:p>
        </p:txBody>
      </p:sp>
      <p:sp>
        <p:nvSpPr>
          <p:cNvPr id="25" name="Google Shape;25;p3"/>
          <p:cNvSpPr txBox="1">
            <a:spLocks noGrp="1"/>
          </p:cNvSpPr>
          <p:nvPr>
            <p:ph type="dt" idx="10"/>
          </p:nvPr>
        </p:nvSpPr>
        <p:spPr>
          <a:xfrm>
            <a:off x="7924800" y="6284674"/>
            <a:ext cx="2877878" cy="37742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sz="1200" b="0" i="0">
                <a:solidFill>
                  <a:srgbClr val="7F7F7F"/>
                </a:solidFill>
                <a:latin typeface="Helvetica Neue Light"/>
                <a:ea typeface="Helvetica Neue Light"/>
                <a:cs typeface="Helvetica Neue Light"/>
                <a:sym typeface="Helvetica Neue Light"/>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6" name="Google Shape;26;p3"/>
          <p:cNvPicPr preferRelativeResize="0"/>
          <p:nvPr/>
        </p:nvPicPr>
        <p:blipFill rotWithShape="1">
          <a:blip r:embed="rId2">
            <a:alphaModFix/>
          </a:blip>
          <a:srcRect l="29654" t="38312" r="29481" b="38397"/>
          <a:stretch/>
        </p:blipFill>
        <p:spPr>
          <a:xfrm>
            <a:off x="358814" y="6038948"/>
            <a:ext cx="1365812" cy="598990"/>
          </a:xfrm>
          <a:prstGeom prst="rect">
            <a:avLst/>
          </a:prstGeom>
          <a:noFill/>
          <a:ln>
            <a:noFill/>
          </a:ln>
        </p:spPr>
      </p:pic>
    </p:spTree>
    <p:extLst>
      <p:ext uri="{BB962C8B-B14F-4D97-AF65-F5344CB8AC3E}">
        <p14:creationId xmlns:p14="http://schemas.microsoft.com/office/powerpoint/2010/main" val="20131984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2.png"/>
          <p:cNvPicPr>
            <a:picLocks noChangeAspect="1"/>
          </p:cNvPicPr>
          <p:nvPr/>
        </p:nvPicPr>
        <p:blipFill>
          <a:blip r:embed="rId3"/>
          <a:stretch>
            <a:fillRect/>
          </a:stretch>
        </p:blipFill>
        <p:spPr>
          <a:xfrm>
            <a:off x="4215384" y="548640"/>
            <a:ext cx="3749039" cy="1351176"/>
          </a:xfrm>
          <a:prstGeom prst="rect">
            <a:avLst/>
          </a:prstGeom>
        </p:spPr>
      </p:pic>
      <p:sp>
        <p:nvSpPr>
          <p:cNvPr id="3" name="TextBox 2"/>
          <p:cNvSpPr txBox="1"/>
          <p:nvPr/>
        </p:nvSpPr>
        <p:spPr>
          <a:xfrm>
            <a:off x="978408" y="2148840"/>
            <a:ext cx="10241280" cy="365760"/>
          </a:xfrm>
          <a:prstGeom prst="rect">
            <a:avLst/>
          </a:prstGeom>
          <a:noFill/>
        </p:spPr>
        <p:txBody>
          <a:bodyPr wrap="square" lIns="0" tIns="0" rIns="0" bIns="0" anchor="t">
            <a:spAutoFit/>
          </a:bodyPr>
          <a:lstStyle/>
          <a:p>
            <a:pPr algn="ctr">
              <a:spcAft>
                <a:spcPts val="600"/>
              </a:spcAft>
            </a:pPr>
            <a:r>
              <a:rPr sz="1800" b="1">
                <a:solidFill>
                  <a:srgbClr val="717171"/>
                </a:solidFill>
                <a:latin typeface="Times New Roman"/>
              </a:rPr>
              <a:t>ECE 501 Digital Image Processing: Mid-Semester Presentation</a:t>
            </a:r>
          </a:p>
        </p:txBody>
      </p:sp>
      <p:sp>
        <p:nvSpPr>
          <p:cNvPr id="4" name="TextBox 3"/>
          <p:cNvSpPr txBox="1"/>
          <p:nvPr/>
        </p:nvSpPr>
        <p:spPr>
          <a:xfrm>
            <a:off x="978408" y="2697480"/>
            <a:ext cx="10241280" cy="1280160"/>
          </a:xfrm>
          <a:prstGeom prst="rect">
            <a:avLst/>
          </a:prstGeom>
          <a:noFill/>
        </p:spPr>
        <p:txBody>
          <a:bodyPr wrap="square" lIns="0" tIns="0" rIns="0" bIns="0" anchor="ctr">
            <a:spAutoFit/>
          </a:bodyPr>
          <a:lstStyle/>
          <a:p>
            <a:pPr algn="ctr">
              <a:spcAft>
                <a:spcPts val="600"/>
              </a:spcAft>
            </a:pPr>
            <a:r>
              <a:rPr sz="3600" b="1">
                <a:solidFill>
                  <a:srgbClr val="800000"/>
                </a:solidFill>
                <a:latin typeface="Times New Roman"/>
              </a:rPr>
              <a:t>SAR and Optical Feature Fusion for Crop Classification Using YieldSAT</a:t>
            </a:r>
          </a:p>
        </p:txBody>
      </p:sp>
      <p:sp>
        <p:nvSpPr>
          <p:cNvPr id="5" name="TextBox 4"/>
          <p:cNvSpPr txBox="1"/>
          <p:nvPr/>
        </p:nvSpPr>
        <p:spPr>
          <a:xfrm>
            <a:off x="978408" y="4069080"/>
            <a:ext cx="10241280" cy="457200"/>
          </a:xfrm>
          <a:prstGeom prst="rect">
            <a:avLst/>
          </a:prstGeom>
          <a:noFill/>
        </p:spPr>
        <p:txBody>
          <a:bodyPr wrap="square" lIns="0" tIns="0" rIns="0" bIns="0" anchor="t">
            <a:spAutoFit/>
          </a:bodyPr>
          <a:lstStyle/>
          <a:p>
            <a:pPr algn="ctr">
              <a:spcAft>
                <a:spcPts val="600"/>
              </a:spcAft>
            </a:pPr>
            <a:r>
              <a:rPr sz="2600" b="1">
                <a:solidFill>
                  <a:srgbClr val="000000"/>
                </a:solidFill>
                <a:latin typeface="Times New Roman"/>
              </a:rPr>
              <a:t>Project 19  |  Group 3</a:t>
            </a:r>
          </a:p>
        </p:txBody>
      </p:sp>
      <p:sp>
        <p:nvSpPr>
          <p:cNvPr id="6" name="TextBox 5"/>
          <p:cNvSpPr txBox="1"/>
          <p:nvPr/>
        </p:nvSpPr>
        <p:spPr>
          <a:xfrm>
            <a:off x="1835510" y="4754880"/>
            <a:ext cx="3840480" cy="1463040"/>
          </a:xfrm>
          <a:prstGeom prst="rect">
            <a:avLst/>
          </a:prstGeom>
          <a:noFill/>
        </p:spPr>
        <p:txBody>
          <a:bodyPr wrap="square" lIns="0" tIns="0" rIns="0" bIns="0" anchor="t">
            <a:spAutoFit/>
          </a:bodyPr>
          <a:lstStyle/>
          <a:p>
            <a:pPr algn="r">
              <a:spcAft>
                <a:spcPts val="400"/>
              </a:spcAft>
            </a:pPr>
            <a:r>
              <a:rPr sz="2200" b="0" dirty="0">
                <a:solidFill>
                  <a:srgbClr val="000000"/>
                </a:solidFill>
                <a:latin typeface="Times New Roman"/>
              </a:rPr>
              <a:t>Het Patel</a:t>
            </a:r>
          </a:p>
          <a:p>
            <a:pPr algn="r">
              <a:spcAft>
                <a:spcPts val="400"/>
              </a:spcAft>
            </a:pPr>
            <a:r>
              <a:rPr sz="2200" b="0" dirty="0" err="1">
                <a:solidFill>
                  <a:srgbClr val="000000"/>
                </a:solidFill>
                <a:latin typeface="Times New Roman"/>
              </a:rPr>
              <a:t>Dhairya</a:t>
            </a:r>
            <a:r>
              <a:rPr sz="2200" b="0" dirty="0">
                <a:solidFill>
                  <a:srgbClr val="000000"/>
                </a:solidFill>
                <a:latin typeface="Times New Roman"/>
              </a:rPr>
              <a:t> Shah</a:t>
            </a:r>
          </a:p>
          <a:p>
            <a:pPr algn="r">
              <a:spcAft>
                <a:spcPts val="400"/>
              </a:spcAft>
            </a:pPr>
            <a:r>
              <a:rPr sz="2200" b="0" dirty="0">
                <a:solidFill>
                  <a:srgbClr val="000000"/>
                </a:solidFill>
                <a:latin typeface="Times New Roman"/>
              </a:rPr>
              <a:t>Jay </a:t>
            </a:r>
            <a:r>
              <a:rPr sz="2200" b="0" dirty="0" err="1">
                <a:solidFill>
                  <a:srgbClr val="000000"/>
                </a:solidFill>
                <a:latin typeface="Times New Roman"/>
              </a:rPr>
              <a:t>Daftari</a:t>
            </a:r>
            <a:endParaRPr sz="2200" b="0" dirty="0">
              <a:solidFill>
                <a:srgbClr val="000000"/>
              </a:solidFill>
              <a:latin typeface="Times New Roman"/>
            </a:endParaRPr>
          </a:p>
          <a:p>
            <a:pPr algn="r">
              <a:spcAft>
                <a:spcPts val="400"/>
              </a:spcAft>
            </a:pPr>
            <a:r>
              <a:rPr sz="2200" b="0" dirty="0">
                <a:solidFill>
                  <a:srgbClr val="000000"/>
                </a:solidFill>
                <a:latin typeface="Times New Roman"/>
              </a:rPr>
              <a:t>Hiya </a:t>
            </a:r>
            <a:r>
              <a:rPr sz="2200" b="0" dirty="0" err="1">
                <a:solidFill>
                  <a:srgbClr val="000000"/>
                </a:solidFill>
                <a:latin typeface="Times New Roman"/>
              </a:rPr>
              <a:t>Soni</a:t>
            </a:r>
            <a:endParaRPr sz="2200" b="0" dirty="0">
              <a:solidFill>
                <a:srgbClr val="000000"/>
              </a:solidFill>
              <a:latin typeface="Times New Roman"/>
            </a:endParaRPr>
          </a:p>
        </p:txBody>
      </p:sp>
      <p:sp>
        <p:nvSpPr>
          <p:cNvPr id="7" name="TextBox 6"/>
          <p:cNvSpPr txBox="1"/>
          <p:nvPr/>
        </p:nvSpPr>
        <p:spPr>
          <a:xfrm>
            <a:off x="5858870" y="4754880"/>
            <a:ext cx="2743200" cy="1463040"/>
          </a:xfrm>
          <a:prstGeom prst="rect">
            <a:avLst/>
          </a:prstGeom>
          <a:noFill/>
        </p:spPr>
        <p:txBody>
          <a:bodyPr wrap="square" lIns="0" tIns="0" rIns="0" bIns="0" anchor="t">
            <a:spAutoFit/>
          </a:bodyPr>
          <a:lstStyle/>
          <a:p>
            <a:pPr algn="l">
              <a:spcAft>
                <a:spcPts val="400"/>
              </a:spcAft>
            </a:pPr>
            <a:r>
              <a:rPr sz="2200" b="0" dirty="0">
                <a:solidFill>
                  <a:srgbClr val="000000"/>
                </a:solidFill>
                <a:latin typeface="Times New Roman"/>
              </a:rPr>
              <a:t>AU2440266</a:t>
            </a:r>
          </a:p>
          <a:p>
            <a:pPr algn="l">
              <a:spcAft>
                <a:spcPts val="400"/>
              </a:spcAft>
            </a:pPr>
            <a:r>
              <a:rPr sz="2200" b="0" dirty="0">
                <a:solidFill>
                  <a:srgbClr val="000000"/>
                </a:solidFill>
                <a:latin typeface="Times New Roman"/>
              </a:rPr>
              <a:t>AU2440128</a:t>
            </a:r>
          </a:p>
          <a:p>
            <a:pPr algn="l">
              <a:spcAft>
                <a:spcPts val="400"/>
              </a:spcAft>
            </a:pPr>
            <a:r>
              <a:rPr sz="2200" b="0" dirty="0">
                <a:solidFill>
                  <a:srgbClr val="000000"/>
                </a:solidFill>
                <a:latin typeface="Times New Roman"/>
              </a:rPr>
              <a:t>AU2440271</a:t>
            </a:r>
          </a:p>
          <a:p>
            <a:pPr algn="l">
              <a:spcAft>
                <a:spcPts val="400"/>
              </a:spcAft>
            </a:pPr>
            <a:r>
              <a:rPr sz="2200" b="0" dirty="0">
                <a:solidFill>
                  <a:srgbClr val="000000"/>
                </a:solidFill>
                <a:latin typeface="Times New Roman"/>
              </a:rPr>
              <a:t>AU2440084</a:t>
            </a:r>
          </a:p>
        </p:txBody>
      </p:sp>
      <p:sp>
        <p:nvSpPr>
          <p:cNvPr id="8" name="TextBox 7"/>
          <p:cNvSpPr txBox="1"/>
          <p:nvPr/>
        </p:nvSpPr>
        <p:spPr>
          <a:xfrm>
            <a:off x="6766560" y="4754880"/>
            <a:ext cx="182880" cy="1463040"/>
          </a:xfrm>
          <a:prstGeom prst="rect">
            <a:avLst/>
          </a:prstGeom>
          <a:noFill/>
        </p:spPr>
        <p:txBody>
          <a:bodyPr wrap="square" lIns="0" tIns="0" rIns="0" bIns="0" anchor="t">
            <a:spAutoFit/>
          </a:bodyPr>
          <a:lstStyle/>
          <a:p>
            <a:pPr algn="ctr">
              <a:spcAft>
                <a:spcPts val="400"/>
              </a:spcAft>
            </a:pPr>
            <a:r>
              <a:rPr sz="2200" b="0">
                <a:solidFill>
                  <a:srgbClr val="000000"/>
                </a:solidFill>
                <a:latin typeface="Times New Roman"/>
              </a:rPr>
              <a:t>:</a:t>
            </a:r>
          </a:p>
          <a:p>
            <a:pPr algn="ctr">
              <a:spcAft>
                <a:spcPts val="400"/>
              </a:spcAft>
            </a:pPr>
            <a:r>
              <a:rPr sz="2200" b="0">
                <a:solidFill>
                  <a:srgbClr val="000000"/>
                </a:solidFill>
                <a:latin typeface="Times New Roman"/>
              </a:rPr>
              <a:t>:</a:t>
            </a:r>
          </a:p>
          <a:p>
            <a:pPr algn="ctr">
              <a:spcAft>
                <a:spcPts val="400"/>
              </a:spcAft>
            </a:pPr>
            <a:r>
              <a:rPr sz="2200" b="0">
                <a:solidFill>
                  <a:srgbClr val="000000"/>
                </a:solidFill>
                <a:latin typeface="Times New Roman"/>
              </a:rPr>
              <a:t>:</a:t>
            </a:r>
          </a:p>
          <a:p>
            <a:pPr algn="ctr">
              <a:spcAft>
                <a:spcPts val="400"/>
              </a:spcAft>
            </a:pPr>
            <a:r>
              <a:rPr sz="2200" b="0">
                <a:solidFill>
                  <a:srgbClr val="000000"/>
                </a:solidFill>
                <a:latin typeface="Times New Roman"/>
              </a:rPr>
              <a:t>:</a:t>
            </a:r>
          </a:p>
        </p:txBody>
      </p:sp>
      <p:sp>
        <p:nvSpPr>
          <p:cNvPr id="9" name="TextBox 8"/>
          <p:cNvSpPr txBox="1"/>
          <p:nvPr/>
        </p:nvSpPr>
        <p:spPr>
          <a:xfrm>
            <a:off x="978408" y="6355080"/>
            <a:ext cx="10241280" cy="274320"/>
          </a:xfrm>
          <a:prstGeom prst="rect">
            <a:avLst/>
          </a:prstGeom>
          <a:noFill/>
        </p:spPr>
        <p:txBody>
          <a:bodyPr wrap="square" lIns="0" tIns="0" rIns="0" bIns="0" anchor="t">
            <a:spAutoFit/>
          </a:bodyPr>
          <a:lstStyle/>
          <a:p>
            <a:pPr algn="ctr">
              <a:spcAft>
                <a:spcPts val="600"/>
              </a:spcAft>
            </a:pPr>
            <a:r>
              <a:rPr sz="1400" b="0">
                <a:solidFill>
                  <a:srgbClr val="717171"/>
                </a:solidFill>
                <a:latin typeface="Times New Roman"/>
              </a:rPr>
              <a:t>Ahmedabad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02920" y="256032"/>
            <a:ext cx="11183112" cy="658368"/>
          </a:xfrm>
          <a:prstGeom prst="rect">
            <a:avLst/>
          </a:prstGeom>
          <a:noFill/>
        </p:spPr>
        <p:txBody>
          <a:bodyPr wrap="square" lIns="0" tIns="0" rIns="0" bIns="0" anchor="ctr">
            <a:spAutoFit/>
          </a:bodyPr>
          <a:lstStyle/>
          <a:p>
            <a:pPr algn="l">
              <a:spcAft>
                <a:spcPts val="600"/>
              </a:spcAft>
            </a:pPr>
            <a:r>
              <a:rPr sz="2800" b="1">
                <a:solidFill>
                  <a:srgbClr val="800000"/>
                </a:solidFill>
                <a:latin typeface="Times New Roman"/>
              </a:rPr>
              <a:t>1 · Motivation</a:t>
            </a:r>
          </a:p>
        </p:txBody>
      </p:sp>
      <p:sp>
        <p:nvSpPr>
          <p:cNvPr id="3" name="Subtitle"/>
          <p:cNvSpPr txBox="1"/>
          <p:nvPr/>
        </p:nvSpPr>
        <p:spPr>
          <a:xfrm>
            <a:off x="502920" y="960120"/>
            <a:ext cx="11183112" cy="457200"/>
          </a:xfrm>
          <a:prstGeom prst="rect">
            <a:avLst/>
          </a:prstGeom>
          <a:noFill/>
        </p:spPr>
        <p:txBody>
          <a:bodyPr wrap="square" lIns="0" tIns="0" rIns="0" bIns="0" anchor="ctr">
            <a:spAutoFit/>
          </a:bodyPr>
          <a:lstStyle/>
          <a:p>
            <a:pPr algn="l">
              <a:spcAft>
                <a:spcPts val="600"/>
              </a:spcAft>
            </a:pPr>
            <a:r>
              <a:rPr sz="2000" b="1">
                <a:solidFill>
                  <a:srgbClr val="000000"/>
                </a:solidFill>
                <a:latin typeface="Times New Roman"/>
              </a:rPr>
              <a:t>Clouds remove about 45% of optical dates, and radar can fill the gap.</a:t>
            </a:r>
          </a:p>
        </p:txBody>
      </p:sp>
      <p:graphicFrame>
        <p:nvGraphicFramePr>
          <p:cNvPr id="4" name="Chart 3"/>
          <p:cNvGraphicFramePr>
            <a:graphicFrameLocks noGrp="1"/>
          </p:cNvGraphicFramePr>
          <p:nvPr/>
        </p:nvGraphicFramePr>
        <p:xfrm>
          <a:off x="502920" y="1554480"/>
          <a:ext cx="57607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02920" y="5257800"/>
            <a:ext cx="5760720" cy="274320"/>
          </a:xfrm>
          <a:prstGeom prst="rect">
            <a:avLst/>
          </a:prstGeom>
          <a:noFill/>
        </p:spPr>
        <p:txBody>
          <a:bodyPr wrap="square" lIns="0" tIns="0" rIns="0" bIns="0" anchor="t">
            <a:spAutoFit/>
          </a:bodyPr>
          <a:lstStyle/>
          <a:p>
            <a:pPr algn="l">
              <a:spcAft>
                <a:spcPts val="600"/>
              </a:spcAft>
            </a:pPr>
            <a:r>
              <a:rPr sz="1050" b="0">
                <a:solidFill>
                  <a:srgbClr val="333333"/>
                </a:solidFill>
                <a:latin typeface="Times New Roman"/>
              </a:rPr>
              <a:t>Fig. 1 Sentinel-2 dates kept and dropped by the cloud mask, one real field per crop.</a:t>
            </a:r>
          </a:p>
        </p:txBody>
      </p:sp>
      <p:sp>
        <p:nvSpPr>
          <p:cNvPr id="6" name="Rounded Rectangle 5"/>
          <p:cNvSpPr/>
          <p:nvPr/>
        </p:nvSpPr>
        <p:spPr>
          <a:xfrm>
            <a:off x="6492240" y="1600200"/>
            <a:ext cx="5193792" cy="178308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0" y="1709928"/>
            <a:ext cx="4828031" cy="41148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Optical (Sentinel-2)</a:t>
            </a:r>
          </a:p>
        </p:txBody>
      </p:sp>
      <p:sp>
        <p:nvSpPr>
          <p:cNvPr id="8" name="TextBox 7"/>
          <p:cNvSpPr txBox="1"/>
          <p:nvPr/>
        </p:nvSpPr>
        <p:spPr>
          <a:xfrm>
            <a:off x="6675120" y="2240280"/>
            <a:ext cx="4828031" cy="1051560"/>
          </a:xfrm>
          <a:prstGeom prst="rect">
            <a:avLst/>
          </a:prstGeom>
          <a:noFill/>
        </p:spPr>
        <p:txBody>
          <a:bodyPr wrap="square" lIns="0" tIns="0" rIns="0" bIns="0" anchor="t">
            <a:spAutoFit/>
          </a:bodyPr>
          <a:lstStyle/>
          <a:p>
            <a:pPr marL="285750" indent="-285750" algn="l">
              <a:spcAft>
                <a:spcPts val="800"/>
              </a:spcAft>
              <a:buFont typeface="Arial"/>
              <a:buChar char="•"/>
            </a:pPr>
            <a:r>
              <a:rPr sz="2000" b="0">
                <a:solidFill>
                  <a:srgbClr val="000000"/>
                </a:solidFill>
                <a:latin typeface="Times New Roman"/>
              </a:rPr>
              <a:t>Shows greenness and colour</a:t>
            </a:r>
          </a:p>
          <a:p>
            <a:pPr marL="285750" indent="-285750" algn="l">
              <a:spcAft>
                <a:spcPts val="800"/>
              </a:spcAft>
              <a:buFont typeface="Arial"/>
              <a:buChar char="•"/>
            </a:pPr>
            <a:r>
              <a:rPr sz="2000" b="0">
                <a:solidFill>
                  <a:srgbClr val="000000"/>
                </a:solidFill>
                <a:latin typeface="Times New Roman"/>
              </a:rPr>
              <a:t>Loses dates to clouds</a:t>
            </a:r>
          </a:p>
        </p:txBody>
      </p:sp>
      <p:sp>
        <p:nvSpPr>
          <p:cNvPr id="9" name="Rounded Rectangle 8"/>
          <p:cNvSpPr/>
          <p:nvPr/>
        </p:nvSpPr>
        <p:spPr>
          <a:xfrm>
            <a:off x="6492240" y="3520440"/>
            <a:ext cx="5193792" cy="178308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3630168"/>
            <a:ext cx="4828031" cy="41148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Radar (Sentinel-1)</a:t>
            </a:r>
          </a:p>
        </p:txBody>
      </p:sp>
      <p:sp>
        <p:nvSpPr>
          <p:cNvPr id="11" name="TextBox 10"/>
          <p:cNvSpPr txBox="1"/>
          <p:nvPr/>
        </p:nvSpPr>
        <p:spPr>
          <a:xfrm>
            <a:off x="6675120" y="4160520"/>
            <a:ext cx="4828031" cy="1051560"/>
          </a:xfrm>
          <a:prstGeom prst="rect">
            <a:avLst/>
          </a:prstGeom>
          <a:noFill/>
        </p:spPr>
        <p:txBody>
          <a:bodyPr wrap="square" lIns="0" tIns="0" rIns="0" bIns="0" anchor="t">
            <a:spAutoFit/>
          </a:bodyPr>
          <a:lstStyle/>
          <a:p>
            <a:pPr marL="285750" indent="-285750" algn="l">
              <a:spcAft>
                <a:spcPts val="800"/>
              </a:spcAft>
              <a:buFont typeface="Arial"/>
              <a:buChar char="•"/>
            </a:pPr>
            <a:r>
              <a:rPr sz="2000" b="0">
                <a:solidFill>
                  <a:srgbClr val="000000"/>
                </a:solidFill>
                <a:latin typeface="Times New Roman"/>
              </a:rPr>
              <a:t>Sees through clouds</a:t>
            </a:r>
          </a:p>
          <a:p>
            <a:pPr marL="285750" indent="-285750" algn="l">
              <a:spcAft>
                <a:spcPts val="800"/>
              </a:spcAft>
              <a:buFont typeface="Arial"/>
              <a:buChar char="•"/>
            </a:pPr>
            <a:r>
              <a:rPr sz="2000" b="0">
                <a:solidFill>
                  <a:srgbClr val="000000"/>
                </a:solidFill>
                <a:latin typeface="Times New Roman"/>
              </a:rPr>
              <a:t>Noisy, needs a filter</a:t>
            </a:r>
          </a:p>
        </p:txBody>
      </p:sp>
      <p:sp>
        <p:nvSpPr>
          <p:cNvPr id="12" name="Rounded Rectangle 11"/>
          <p:cNvSpPr/>
          <p:nvPr/>
        </p:nvSpPr>
        <p:spPr>
          <a:xfrm>
            <a:off x="502920" y="5623560"/>
            <a:ext cx="11183112" cy="822960"/>
          </a:xfrm>
          <a:prstGeom prst="roundRect">
            <a:avLst>
              <a:gd name="adj" fmla="val 2000"/>
            </a:avLst>
          </a:prstGeom>
          <a:solidFill>
            <a:srgbClr val="800000"/>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5669280"/>
            <a:ext cx="10835640" cy="731520"/>
          </a:xfrm>
          <a:prstGeom prst="rect">
            <a:avLst/>
          </a:prstGeom>
          <a:noFill/>
        </p:spPr>
        <p:txBody>
          <a:bodyPr wrap="square" lIns="0" tIns="0" rIns="0" bIns="0" anchor="ctr">
            <a:spAutoFit/>
          </a:bodyPr>
          <a:lstStyle/>
          <a:p>
            <a:pPr algn="l">
              <a:spcAft>
                <a:spcPts val="600"/>
              </a:spcAft>
            </a:pPr>
            <a:r>
              <a:rPr sz="2200" b="1">
                <a:solidFill>
                  <a:srgbClr val="FFFFFF"/>
                </a:solidFill>
                <a:latin typeface="Times New Roman"/>
              </a:rPr>
              <a:t>Why it matters: </a:t>
            </a:r>
            <a:r>
              <a:rPr sz="2200" b="0">
                <a:solidFill>
                  <a:srgbClr val="FFFFFF"/>
                </a:solidFill>
                <a:latin typeface="Times New Roman"/>
              </a:rPr>
              <a:t>crop maps support farm planning and food security.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02920" y="256032"/>
            <a:ext cx="11183112" cy="658368"/>
          </a:xfrm>
          <a:prstGeom prst="rect">
            <a:avLst/>
          </a:prstGeom>
          <a:noFill/>
        </p:spPr>
        <p:txBody>
          <a:bodyPr wrap="square" lIns="0" tIns="0" rIns="0" bIns="0" anchor="ctr">
            <a:spAutoFit/>
          </a:bodyPr>
          <a:lstStyle/>
          <a:p>
            <a:pPr algn="l">
              <a:spcAft>
                <a:spcPts val="600"/>
              </a:spcAft>
            </a:pPr>
            <a:r>
              <a:rPr sz="2800" b="1">
                <a:solidFill>
                  <a:srgbClr val="800000"/>
                </a:solidFill>
                <a:latin typeface="Times New Roman"/>
              </a:rPr>
              <a:t>2 · Problem Definition</a:t>
            </a:r>
          </a:p>
        </p:txBody>
      </p:sp>
      <p:sp>
        <p:nvSpPr>
          <p:cNvPr id="3" name="Subtitle"/>
          <p:cNvSpPr txBox="1"/>
          <p:nvPr/>
        </p:nvSpPr>
        <p:spPr>
          <a:xfrm>
            <a:off x="502920" y="960120"/>
            <a:ext cx="11183112" cy="457200"/>
          </a:xfrm>
          <a:prstGeom prst="rect">
            <a:avLst/>
          </a:prstGeom>
          <a:noFill/>
        </p:spPr>
        <p:txBody>
          <a:bodyPr wrap="square" lIns="0" tIns="0" rIns="0" bIns="0" anchor="ctr">
            <a:spAutoFit/>
          </a:bodyPr>
          <a:lstStyle/>
          <a:p>
            <a:pPr algn="l">
              <a:spcAft>
                <a:spcPts val="600"/>
              </a:spcAft>
            </a:pPr>
            <a:r>
              <a:rPr sz="2000" b="1">
                <a:solidFill>
                  <a:srgbClr val="000000"/>
                </a:solidFill>
                <a:latin typeface="Times New Roman"/>
              </a:rPr>
              <a:t>Classify the crop of a field from optical and radar images together.</a:t>
            </a:r>
          </a:p>
        </p:txBody>
      </p:sp>
      <p:sp>
        <p:nvSpPr>
          <p:cNvPr id="4" name="Rounded Rectangle 3"/>
          <p:cNvSpPr/>
          <p:nvPr/>
        </p:nvSpPr>
        <p:spPr>
          <a:xfrm>
            <a:off x="502920" y="1691640"/>
            <a:ext cx="11183112" cy="160020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83080"/>
            <a:ext cx="10698480" cy="1417320"/>
          </a:xfrm>
          <a:prstGeom prst="rect">
            <a:avLst/>
          </a:prstGeom>
          <a:noFill/>
        </p:spPr>
        <p:txBody>
          <a:bodyPr wrap="square" lIns="0" tIns="0" rIns="0" bIns="0" anchor="ctr">
            <a:spAutoFit/>
          </a:bodyPr>
          <a:lstStyle/>
          <a:p>
            <a:pPr algn="l">
              <a:spcAft>
                <a:spcPts val="800"/>
              </a:spcAft>
            </a:pPr>
            <a:r>
              <a:rPr sz="2200" b="0">
                <a:solidFill>
                  <a:srgbClr val="000000"/>
                </a:solidFill>
                <a:latin typeface="Times New Roman"/>
              </a:rPr>
              <a:t>Given </a:t>
            </a:r>
            <a:r>
              <a:rPr sz="2200" b="1">
                <a:solidFill>
                  <a:srgbClr val="800000"/>
                </a:solidFill>
                <a:latin typeface="Times New Roman"/>
              </a:rPr>
              <a:t>Sentinel-2 and Sentinel-1 images</a:t>
            </a:r>
            <a:r>
              <a:rPr sz="2200" b="0">
                <a:solidFill>
                  <a:srgbClr val="000000"/>
                </a:solidFill>
                <a:latin typeface="Times New Roman"/>
              </a:rPr>
              <a:t> of the same field, predict whether it grows corn, soybean or wheat.</a:t>
            </a:r>
          </a:p>
          <a:p>
            <a:pPr algn="l">
              <a:spcAft>
                <a:spcPts val="800"/>
              </a:spcAft>
            </a:pPr>
            <a:r>
              <a:rPr sz="2200" b="0">
                <a:solidFill>
                  <a:srgbClr val="000000"/>
                </a:solidFill>
                <a:latin typeface="Times New Roman"/>
              </a:rPr>
              <a:t>Compare </a:t>
            </a:r>
            <a:r>
              <a:rPr sz="2200" b="1">
                <a:solidFill>
                  <a:srgbClr val="800000"/>
                </a:solidFill>
                <a:latin typeface="Times New Roman"/>
              </a:rPr>
              <a:t>optical-only, SAR-only and fused</a:t>
            </a:r>
            <a:r>
              <a:rPr sz="2200" b="0">
                <a:solidFill>
                  <a:srgbClr val="000000"/>
                </a:solidFill>
                <a:latin typeface="Times New Roman"/>
              </a:rPr>
              <a:t> features with classical machine learning.</a:t>
            </a:r>
          </a:p>
        </p:txBody>
      </p:sp>
      <p:sp>
        <p:nvSpPr>
          <p:cNvPr id="6" name="Rounded Rectangle 5"/>
          <p:cNvSpPr/>
          <p:nvPr/>
        </p:nvSpPr>
        <p:spPr>
          <a:xfrm>
            <a:off x="502920" y="3566160"/>
            <a:ext cx="5486400" cy="283464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3675887"/>
            <a:ext cx="5120640" cy="41148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Mid-sem scope (done)</a:t>
            </a:r>
          </a:p>
        </p:txBody>
      </p:sp>
      <p:sp>
        <p:nvSpPr>
          <p:cNvPr id="8" name="TextBox 7"/>
          <p:cNvSpPr txBox="1"/>
          <p:nvPr/>
        </p:nvSpPr>
        <p:spPr>
          <a:xfrm>
            <a:off x="685800" y="4206240"/>
            <a:ext cx="5120640" cy="2103120"/>
          </a:xfrm>
          <a:prstGeom prst="rect">
            <a:avLst/>
          </a:prstGeom>
          <a:noFill/>
        </p:spPr>
        <p:txBody>
          <a:bodyPr wrap="square" lIns="0" tIns="0" rIns="0" bIns="0" anchor="t">
            <a:spAutoFit/>
          </a:bodyPr>
          <a:lstStyle/>
          <a:p>
            <a:pPr marL="285750" indent="-285750" algn="l">
              <a:spcAft>
                <a:spcPts val="800"/>
              </a:spcAft>
              <a:buFont typeface="Arial"/>
              <a:buChar char="•"/>
            </a:pPr>
            <a:r>
              <a:rPr sz="2200" b="0">
                <a:solidFill>
                  <a:srgbClr val="000000"/>
                </a:solidFill>
                <a:latin typeface="Times New Roman"/>
              </a:rPr>
              <a:t>Data pipeline for both image types</a:t>
            </a:r>
          </a:p>
          <a:p>
            <a:pPr marL="285750" indent="-285750" algn="l">
              <a:spcAft>
                <a:spcPts val="800"/>
              </a:spcAft>
              <a:buFont typeface="Arial"/>
              <a:buChar char="•"/>
            </a:pPr>
            <a:r>
              <a:rPr sz="2200" b="0">
                <a:solidFill>
                  <a:srgbClr val="000000"/>
                </a:solidFill>
                <a:latin typeface="Times New Roman"/>
              </a:rPr>
              <a:t>Tested on three real fields</a:t>
            </a:r>
          </a:p>
          <a:p>
            <a:pPr marL="285750" indent="-285750" algn="l">
              <a:spcAft>
                <a:spcPts val="800"/>
              </a:spcAft>
              <a:buFont typeface="Arial"/>
              <a:buChar char="•"/>
            </a:pPr>
            <a:r>
              <a:rPr sz="2200" b="0">
                <a:solidFill>
                  <a:srgbClr val="000000"/>
                </a:solidFill>
                <a:latin typeface="Times New Roman"/>
              </a:rPr>
              <a:t>Argentina and Brazil from YieldSAT</a:t>
            </a:r>
          </a:p>
        </p:txBody>
      </p:sp>
      <p:sp>
        <p:nvSpPr>
          <p:cNvPr id="9" name="Rounded Rectangle 8"/>
          <p:cNvSpPr/>
          <p:nvPr/>
        </p:nvSpPr>
        <p:spPr>
          <a:xfrm>
            <a:off x="6199632" y="3566160"/>
            <a:ext cx="5486400" cy="283464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3675887"/>
            <a:ext cx="5120640" cy="41148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End-sem scope (next)</a:t>
            </a:r>
          </a:p>
        </p:txBody>
      </p:sp>
      <p:sp>
        <p:nvSpPr>
          <p:cNvPr id="11" name="TextBox 10"/>
          <p:cNvSpPr txBox="1"/>
          <p:nvPr/>
        </p:nvSpPr>
        <p:spPr>
          <a:xfrm>
            <a:off x="6382512" y="4206240"/>
            <a:ext cx="5120640" cy="2103120"/>
          </a:xfrm>
          <a:prstGeom prst="rect">
            <a:avLst/>
          </a:prstGeom>
          <a:noFill/>
        </p:spPr>
        <p:txBody>
          <a:bodyPr wrap="square" lIns="0" tIns="0" rIns="0" bIns="0" anchor="t">
            <a:spAutoFit/>
          </a:bodyPr>
          <a:lstStyle/>
          <a:p>
            <a:pPr marL="285750" indent="-285750" algn="l">
              <a:spcAft>
                <a:spcPts val="800"/>
              </a:spcAft>
              <a:buFont typeface="Arial"/>
              <a:buChar char="•"/>
            </a:pPr>
            <a:r>
              <a:rPr sz="2200" b="0" dirty="0">
                <a:solidFill>
                  <a:srgbClr val="000000"/>
                </a:solidFill>
                <a:latin typeface="Times New Roman"/>
              </a:rPr>
              <a:t>Feature fusion</a:t>
            </a:r>
          </a:p>
          <a:p>
            <a:pPr marL="285750" indent="-285750" algn="l">
              <a:spcAft>
                <a:spcPts val="800"/>
              </a:spcAft>
              <a:buFont typeface="Arial"/>
              <a:buChar char="•"/>
            </a:pPr>
            <a:r>
              <a:rPr sz="2200" b="0" dirty="0">
                <a:solidFill>
                  <a:srgbClr val="000000"/>
                </a:solidFill>
                <a:latin typeface="Times New Roman"/>
              </a:rPr>
              <a:t>Random Forest and SVM</a:t>
            </a:r>
          </a:p>
          <a:p>
            <a:pPr marL="285750" indent="-285750" algn="l">
              <a:spcAft>
                <a:spcPts val="800"/>
              </a:spcAft>
              <a:buFont typeface="Arial"/>
              <a:buChar char="•"/>
            </a:pPr>
            <a:r>
              <a:rPr sz="2200" b="0" dirty="0">
                <a:solidFill>
                  <a:srgbClr val="000000"/>
                </a:solidFill>
                <a:latin typeface="Times New Roman"/>
              </a:rPr>
              <a:t>Accuracy, F1-score, confusion matrix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02920" y="256032"/>
            <a:ext cx="11183112" cy="658368"/>
          </a:xfrm>
          <a:prstGeom prst="rect">
            <a:avLst/>
          </a:prstGeom>
          <a:noFill/>
        </p:spPr>
        <p:txBody>
          <a:bodyPr wrap="square" lIns="0" tIns="0" rIns="0" bIns="0" anchor="ctr">
            <a:spAutoFit/>
          </a:bodyPr>
          <a:lstStyle/>
          <a:p>
            <a:pPr algn="l">
              <a:spcAft>
                <a:spcPts val="600"/>
              </a:spcAft>
            </a:pPr>
            <a:r>
              <a:rPr sz="2800" b="1">
                <a:solidFill>
                  <a:srgbClr val="800000"/>
                </a:solidFill>
                <a:latin typeface="Times New Roman"/>
              </a:rPr>
              <a:t>3 · Literature Review</a:t>
            </a:r>
          </a:p>
        </p:txBody>
      </p:sp>
      <p:sp>
        <p:nvSpPr>
          <p:cNvPr id="3" name="Subtitle"/>
          <p:cNvSpPr txBox="1"/>
          <p:nvPr/>
        </p:nvSpPr>
        <p:spPr>
          <a:xfrm>
            <a:off x="502920" y="960120"/>
            <a:ext cx="11183112" cy="457200"/>
          </a:xfrm>
          <a:prstGeom prst="rect">
            <a:avLst/>
          </a:prstGeom>
          <a:noFill/>
        </p:spPr>
        <p:txBody>
          <a:bodyPr wrap="square" lIns="0" tIns="0" rIns="0" bIns="0" anchor="ctr">
            <a:spAutoFit/>
          </a:bodyPr>
          <a:lstStyle/>
          <a:p>
            <a:pPr algn="l">
              <a:spcAft>
                <a:spcPts val="600"/>
              </a:spcAft>
            </a:pPr>
            <a:r>
              <a:rPr sz="2000" b="1">
                <a:solidFill>
                  <a:srgbClr val="000000"/>
                </a:solidFill>
                <a:latin typeface="Times New Roman"/>
              </a:rPr>
              <a:t>Six sources define our data, tools and methods.</a:t>
            </a:r>
          </a:p>
        </p:txBody>
      </p:sp>
      <p:graphicFrame>
        <p:nvGraphicFramePr>
          <p:cNvPr id="4" name="Table 3"/>
          <p:cNvGraphicFramePr>
            <a:graphicFrameLocks noGrp="1"/>
          </p:cNvGraphicFramePr>
          <p:nvPr/>
        </p:nvGraphicFramePr>
        <p:xfrm>
          <a:off x="502920" y="1645920"/>
          <a:ext cx="11183112" cy="3285744"/>
        </p:xfrm>
        <a:graphic>
          <a:graphicData uri="http://schemas.openxmlformats.org/drawingml/2006/table">
            <a:tbl>
              <a:tblPr firstRow="1" bandRow="1">
                <a:tableStyleId>{5940675A-B579-460E-94D1-54222C63F5DA}</a:tableStyleId>
              </a:tblPr>
              <a:tblGrid>
                <a:gridCol w="7315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457200">
                <a:tc>
                  <a:txBody>
                    <a:bodyPr/>
                    <a:lstStyle/>
                    <a:p>
                      <a:pPr algn="ctr"/>
                      <a:r>
                        <a:rPr sz="1800" b="1">
                          <a:solidFill>
                            <a:srgbClr val="FFFFFF"/>
                          </a:solidFill>
                          <a:latin typeface="Times New Roman"/>
                        </a:rPr>
                        <a:t>Ref</a:t>
                      </a:r>
                    </a:p>
                  </a:txBody>
                  <a:tcPr marL="73152" marR="73152" marT="27432" marB="27432" anchor="ctr">
                    <a:solidFill>
                      <a:srgbClr val="800000"/>
                    </a:solidFill>
                  </a:tcPr>
                </a:tc>
                <a:tc>
                  <a:txBody>
                    <a:bodyPr/>
                    <a:lstStyle/>
                    <a:p>
                      <a:pPr algn="l"/>
                      <a:r>
                        <a:rPr sz="1800" b="1">
                          <a:solidFill>
                            <a:srgbClr val="FFFFFF"/>
                          </a:solidFill>
                          <a:latin typeface="Times New Roman"/>
                        </a:rPr>
                        <a:t>Work</a:t>
                      </a:r>
                    </a:p>
                  </a:txBody>
                  <a:tcPr marL="73152" marR="73152" marT="27432" marB="27432" anchor="ctr">
                    <a:solidFill>
                      <a:srgbClr val="800000"/>
                    </a:solidFill>
                  </a:tcPr>
                </a:tc>
                <a:tc>
                  <a:txBody>
                    <a:bodyPr/>
                    <a:lstStyle/>
                    <a:p>
                      <a:pPr algn="l"/>
                      <a:r>
                        <a:rPr sz="1800" b="1">
                          <a:solidFill>
                            <a:srgbClr val="FFFFFF"/>
                          </a:solidFill>
                          <a:latin typeface="Times New Roman"/>
                        </a:rPr>
                        <a:t>Key contribution</a:t>
                      </a:r>
                    </a:p>
                  </a:txBody>
                  <a:tcPr marL="73152" marR="73152" marT="27432" marB="27432" anchor="ctr">
                    <a:solidFill>
                      <a:srgbClr val="800000"/>
                    </a:solidFill>
                  </a:tcPr>
                </a:tc>
                <a:tc>
                  <a:txBody>
                    <a:bodyPr/>
                    <a:lstStyle/>
                    <a:p>
                      <a:pPr algn="l"/>
                      <a:r>
                        <a:rPr sz="1800" b="1">
                          <a:solidFill>
                            <a:srgbClr val="FFFFFF"/>
                          </a:solidFill>
                          <a:latin typeface="Times New Roman"/>
                        </a:rPr>
                        <a:t>Use in our project</a:t>
                      </a:r>
                    </a:p>
                  </a:txBody>
                  <a:tcPr marL="73152" marR="73152" marT="27432" marB="27432" anchor="ctr">
                    <a:solidFill>
                      <a:srgbClr val="800000"/>
                    </a:solidFill>
                  </a:tcPr>
                </a:tc>
                <a:extLst>
                  <a:ext uri="{0D108BD9-81ED-4DB2-BD59-A6C34878D82A}">
                    <a16:rowId xmlns:a16="http://schemas.microsoft.com/office/drawing/2014/main" val="10000"/>
                  </a:ext>
                </a:extLst>
              </a:tr>
              <a:tr h="457200">
                <a:tc>
                  <a:txBody>
                    <a:bodyPr/>
                    <a:lstStyle/>
                    <a:p>
                      <a:pPr algn="ctr"/>
                      <a:r>
                        <a:rPr sz="1600" b="0">
                          <a:solidFill>
                            <a:srgbClr val="000000"/>
                          </a:solidFill>
                          <a:latin typeface="Times New Roman"/>
                        </a:rPr>
                        <a:t>[1]</a:t>
                      </a:r>
                    </a:p>
                  </a:txBody>
                  <a:tcPr marL="73152" marR="73152" marT="27432" marB="27432" anchor="ctr">
                    <a:solidFill>
                      <a:srgbClr val="FFFFFF"/>
                    </a:solidFill>
                  </a:tcPr>
                </a:tc>
                <a:tc>
                  <a:txBody>
                    <a:bodyPr/>
                    <a:lstStyle/>
                    <a:p>
                      <a:pPr algn="l"/>
                      <a:r>
                        <a:rPr sz="1600" b="0">
                          <a:solidFill>
                            <a:srgbClr val="000000"/>
                          </a:solidFill>
                          <a:latin typeface="Times New Roman"/>
                        </a:rPr>
                        <a:t>Miranda et al., YieldSAT, CVPR 2026</a:t>
                      </a:r>
                    </a:p>
                  </a:txBody>
                  <a:tcPr marL="73152" marR="73152" marT="27432" marB="27432" anchor="ctr">
                    <a:solidFill>
                      <a:srgbClr val="FFFFFF"/>
                    </a:solidFill>
                  </a:tcPr>
                </a:tc>
                <a:tc>
                  <a:txBody>
                    <a:bodyPr/>
                    <a:lstStyle/>
                    <a:p>
                      <a:pPr algn="l"/>
                      <a:r>
                        <a:rPr sz="1600" b="0">
                          <a:solidFill>
                            <a:srgbClr val="000000"/>
                          </a:solidFill>
                          <a:latin typeface="Times New Roman"/>
                        </a:rPr>
                        <a:t>Multimodal crop benchmark with Sentinel-2 and labels</a:t>
                      </a:r>
                    </a:p>
                  </a:txBody>
                  <a:tcPr marL="73152" marR="73152" marT="27432" marB="27432" anchor="ctr">
                    <a:solidFill>
                      <a:srgbClr val="FFFFFF"/>
                    </a:solidFill>
                  </a:tcPr>
                </a:tc>
                <a:tc>
                  <a:txBody>
                    <a:bodyPr/>
                    <a:lstStyle/>
                    <a:p>
                      <a:pPr algn="l"/>
                      <a:r>
                        <a:rPr sz="1600" b="0">
                          <a:solidFill>
                            <a:srgbClr val="000000"/>
                          </a:solidFill>
                          <a:latin typeface="Times New Roman"/>
                        </a:rPr>
                        <a:t>Our dataset</a:t>
                      </a:r>
                    </a:p>
                  </a:txBody>
                  <a:tcPr marL="73152" marR="73152" marT="27432" marB="27432" anchor="ctr">
                    <a:solidFill>
                      <a:srgbClr val="FFFFFF"/>
                    </a:solidFill>
                  </a:tcPr>
                </a:tc>
                <a:extLst>
                  <a:ext uri="{0D108BD9-81ED-4DB2-BD59-A6C34878D82A}">
                    <a16:rowId xmlns:a16="http://schemas.microsoft.com/office/drawing/2014/main" val="10001"/>
                  </a:ext>
                </a:extLst>
              </a:tr>
              <a:tr h="457200">
                <a:tc>
                  <a:txBody>
                    <a:bodyPr/>
                    <a:lstStyle/>
                    <a:p>
                      <a:pPr algn="ctr"/>
                      <a:r>
                        <a:rPr sz="1600" b="0">
                          <a:solidFill>
                            <a:srgbClr val="000000"/>
                          </a:solidFill>
                          <a:latin typeface="Times New Roman"/>
                        </a:rPr>
                        <a:t>[2]</a:t>
                      </a:r>
                    </a:p>
                  </a:txBody>
                  <a:tcPr marL="73152" marR="73152" marT="27432" marB="27432" anchor="ctr">
                    <a:solidFill>
                      <a:srgbClr val="F2F6FB"/>
                    </a:solidFill>
                  </a:tcPr>
                </a:tc>
                <a:tc>
                  <a:txBody>
                    <a:bodyPr/>
                    <a:lstStyle/>
                    <a:p>
                      <a:pPr algn="l"/>
                      <a:r>
                        <a:rPr sz="1600" b="0">
                          <a:solidFill>
                            <a:srgbClr val="000000"/>
                          </a:solidFill>
                          <a:latin typeface="Times New Roman"/>
                        </a:rPr>
                        <a:t>Torres et al., Sentinel-1 mission, 2012</a:t>
                      </a:r>
                    </a:p>
                  </a:txBody>
                  <a:tcPr marL="73152" marR="73152" marT="27432" marB="27432" anchor="ctr">
                    <a:solidFill>
                      <a:srgbClr val="F2F6FB"/>
                    </a:solidFill>
                  </a:tcPr>
                </a:tc>
                <a:tc>
                  <a:txBody>
                    <a:bodyPr/>
                    <a:lstStyle/>
                    <a:p>
                      <a:pPr algn="l"/>
                      <a:r>
                        <a:rPr sz="1600" b="0">
                          <a:solidFill>
                            <a:srgbClr val="000000"/>
                          </a:solidFill>
                          <a:latin typeface="Times New Roman"/>
                        </a:rPr>
                        <a:t>Radar satellite mission</a:t>
                      </a:r>
                    </a:p>
                  </a:txBody>
                  <a:tcPr marL="73152" marR="73152" marT="27432" marB="27432" anchor="ctr">
                    <a:solidFill>
                      <a:srgbClr val="F2F6FB"/>
                    </a:solidFill>
                  </a:tcPr>
                </a:tc>
                <a:tc>
                  <a:txBody>
                    <a:bodyPr/>
                    <a:lstStyle/>
                    <a:p>
                      <a:pPr algn="l"/>
                      <a:r>
                        <a:rPr sz="1600" b="0">
                          <a:solidFill>
                            <a:srgbClr val="000000"/>
                          </a:solidFill>
                          <a:latin typeface="Times New Roman"/>
                        </a:rPr>
                        <a:t>VV and VH radar source</a:t>
                      </a:r>
                    </a:p>
                  </a:txBody>
                  <a:tcPr marL="73152" marR="73152" marT="27432" marB="27432" anchor="ctr">
                    <a:solidFill>
                      <a:srgbClr val="F2F6FB"/>
                    </a:solidFill>
                  </a:tcPr>
                </a:tc>
                <a:extLst>
                  <a:ext uri="{0D108BD9-81ED-4DB2-BD59-A6C34878D82A}">
                    <a16:rowId xmlns:a16="http://schemas.microsoft.com/office/drawing/2014/main" val="10002"/>
                  </a:ext>
                </a:extLst>
              </a:tr>
              <a:tr h="457200">
                <a:tc>
                  <a:txBody>
                    <a:bodyPr/>
                    <a:lstStyle/>
                    <a:p>
                      <a:pPr algn="ctr"/>
                      <a:r>
                        <a:rPr sz="1600" b="0">
                          <a:solidFill>
                            <a:srgbClr val="000000"/>
                          </a:solidFill>
                          <a:latin typeface="Times New Roman"/>
                        </a:rPr>
                        <a:t>[3]</a:t>
                      </a:r>
                    </a:p>
                  </a:txBody>
                  <a:tcPr marL="73152" marR="73152" marT="27432" marB="27432" anchor="ctr">
                    <a:solidFill>
                      <a:srgbClr val="FFFFFF"/>
                    </a:solidFill>
                  </a:tcPr>
                </a:tc>
                <a:tc>
                  <a:txBody>
                    <a:bodyPr/>
                    <a:lstStyle/>
                    <a:p>
                      <a:pPr algn="l"/>
                      <a:r>
                        <a:rPr sz="1600" b="0">
                          <a:solidFill>
                            <a:srgbClr val="000000"/>
                          </a:solidFill>
                          <a:latin typeface="Times New Roman"/>
                        </a:rPr>
                        <a:t>Gorelick et al., Earth Engine, 2017</a:t>
                      </a:r>
                    </a:p>
                  </a:txBody>
                  <a:tcPr marL="73152" marR="73152" marT="27432" marB="27432" anchor="ctr">
                    <a:solidFill>
                      <a:srgbClr val="FFFFFF"/>
                    </a:solidFill>
                  </a:tcPr>
                </a:tc>
                <a:tc>
                  <a:txBody>
                    <a:bodyPr/>
                    <a:lstStyle/>
                    <a:p>
                      <a:pPr algn="l"/>
                      <a:r>
                        <a:rPr sz="1600" b="0">
                          <a:solidFill>
                            <a:srgbClr val="000000"/>
                          </a:solidFill>
                          <a:latin typeface="Times New Roman"/>
                        </a:rPr>
                        <a:t>Cloud platform for satellite data</a:t>
                      </a:r>
                    </a:p>
                  </a:txBody>
                  <a:tcPr marL="73152" marR="73152" marT="27432" marB="27432" anchor="ctr">
                    <a:solidFill>
                      <a:srgbClr val="FFFFFF"/>
                    </a:solidFill>
                  </a:tcPr>
                </a:tc>
                <a:tc>
                  <a:txBody>
                    <a:bodyPr/>
                    <a:lstStyle/>
                    <a:p>
                      <a:pPr algn="l"/>
                      <a:r>
                        <a:rPr sz="1600" b="0">
                          <a:solidFill>
                            <a:srgbClr val="000000"/>
                          </a:solidFill>
                          <a:latin typeface="Times New Roman"/>
                        </a:rPr>
                        <a:t>Sentinel-1 download</a:t>
                      </a:r>
                    </a:p>
                  </a:txBody>
                  <a:tcPr marL="73152" marR="73152" marT="27432" marB="27432" anchor="ctr">
                    <a:solidFill>
                      <a:srgbClr val="FFFFFF"/>
                    </a:solidFill>
                  </a:tcPr>
                </a:tc>
                <a:extLst>
                  <a:ext uri="{0D108BD9-81ED-4DB2-BD59-A6C34878D82A}">
                    <a16:rowId xmlns:a16="http://schemas.microsoft.com/office/drawing/2014/main" val="10003"/>
                  </a:ext>
                </a:extLst>
              </a:tr>
              <a:tr h="457200">
                <a:tc>
                  <a:txBody>
                    <a:bodyPr/>
                    <a:lstStyle/>
                    <a:p>
                      <a:pPr algn="ctr"/>
                      <a:r>
                        <a:rPr sz="1600" b="0">
                          <a:solidFill>
                            <a:srgbClr val="000000"/>
                          </a:solidFill>
                          <a:latin typeface="Times New Roman"/>
                        </a:rPr>
                        <a:t>[4]</a:t>
                      </a:r>
                    </a:p>
                  </a:txBody>
                  <a:tcPr marL="73152" marR="73152" marT="27432" marB="27432" anchor="ctr">
                    <a:solidFill>
                      <a:srgbClr val="F2F6FB"/>
                    </a:solidFill>
                  </a:tcPr>
                </a:tc>
                <a:tc>
                  <a:txBody>
                    <a:bodyPr/>
                    <a:lstStyle/>
                    <a:p>
                      <a:pPr algn="l"/>
                      <a:r>
                        <a:rPr sz="1600" b="0">
                          <a:solidFill>
                            <a:srgbClr val="000000"/>
                          </a:solidFill>
                          <a:latin typeface="Times New Roman"/>
                        </a:rPr>
                        <a:t>Lee, speckle filter, 1980</a:t>
                      </a:r>
                    </a:p>
                  </a:txBody>
                  <a:tcPr marL="73152" marR="73152" marT="27432" marB="27432" anchor="ctr">
                    <a:solidFill>
                      <a:srgbClr val="F2F6FB"/>
                    </a:solidFill>
                  </a:tcPr>
                </a:tc>
                <a:tc>
                  <a:txBody>
                    <a:bodyPr/>
                    <a:lstStyle/>
                    <a:p>
                      <a:pPr algn="l"/>
                      <a:r>
                        <a:rPr sz="1600" b="0">
                          <a:solidFill>
                            <a:srgbClr val="000000"/>
                          </a:solidFill>
                          <a:latin typeface="Times New Roman"/>
                        </a:rPr>
                        <a:t>Noise filter from local statistics</a:t>
                      </a:r>
                    </a:p>
                  </a:txBody>
                  <a:tcPr marL="73152" marR="73152" marT="27432" marB="27432" anchor="ctr">
                    <a:solidFill>
                      <a:srgbClr val="F2F6FB"/>
                    </a:solidFill>
                  </a:tcPr>
                </a:tc>
                <a:tc>
                  <a:txBody>
                    <a:bodyPr/>
                    <a:lstStyle/>
                    <a:p>
                      <a:pPr algn="l"/>
                      <a:r>
                        <a:rPr sz="1600" b="0">
                          <a:solidFill>
                            <a:srgbClr val="000000"/>
                          </a:solidFill>
                          <a:latin typeface="Times New Roman"/>
                        </a:rPr>
                        <a:t>5x5 despeckling</a:t>
                      </a:r>
                    </a:p>
                  </a:txBody>
                  <a:tcPr marL="73152" marR="73152" marT="27432" marB="27432" anchor="ctr">
                    <a:solidFill>
                      <a:srgbClr val="F2F6FB"/>
                    </a:solidFill>
                  </a:tcPr>
                </a:tc>
                <a:extLst>
                  <a:ext uri="{0D108BD9-81ED-4DB2-BD59-A6C34878D82A}">
                    <a16:rowId xmlns:a16="http://schemas.microsoft.com/office/drawing/2014/main" val="10004"/>
                  </a:ext>
                </a:extLst>
              </a:tr>
              <a:tr h="457200">
                <a:tc>
                  <a:txBody>
                    <a:bodyPr/>
                    <a:lstStyle/>
                    <a:p>
                      <a:pPr algn="ctr"/>
                      <a:r>
                        <a:rPr sz="1600" b="0">
                          <a:solidFill>
                            <a:srgbClr val="000000"/>
                          </a:solidFill>
                          <a:latin typeface="Times New Roman"/>
                        </a:rPr>
                        <a:t>[5]</a:t>
                      </a:r>
                    </a:p>
                  </a:txBody>
                  <a:tcPr marL="73152" marR="73152" marT="27432" marB="27432" anchor="ctr">
                    <a:solidFill>
                      <a:srgbClr val="FFFFFF"/>
                    </a:solidFill>
                  </a:tcPr>
                </a:tc>
                <a:tc>
                  <a:txBody>
                    <a:bodyPr/>
                    <a:lstStyle/>
                    <a:p>
                      <a:pPr algn="l"/>
                      <a:r>
                        <a:rPr sz="1600" b="0">
                          <a:solidFill>
                            <a:srgbClr val="000000"/>
                          </a:solidFill>
                          <a:latin typeface="Times New Roman"/>
                        </a:rPr>
                        <a:t>Rouse et al., NDVI, 1974</a:t>
                      </a:r>
                    </a:p>
                  </a:txBody>
                  <a:tcPr marL="73152" marR="73152" marT="27432" marB="27432" anchor="ctr">
                    <a:solidFill>
                      <a:srgbClr val="FFFFFF"/>
                    </a:solidFill>
                  </a:tcPr>
                </a:tc>
                <a:tc>
                  <a:txBody>
                    <a:bodyPr/>
                    <a:lstStyle/>
                    <a:p>
                      <a:pPr algn="l"/>
                      <a:r>
                        <a:rPr sz="1600" b="0">
                          <a:solidFill>
                            <a:srgbClr val="000000"/>
                          </a:solidFill>
                          <a:latin typeface="Times New Roman"/>
                        </a:rPr>
                        <a:t>Vegetation index from red and NIR</a:t>
                      </a:r>
                    </a:p>
                  </a:txBody>
                  <a:tcPr marL="73152" marR="73152" marT="27432" marB="27432" anchor="ctr">
                    <a:solidFill>
                      <a:srgbClr val="FFFFFF"/>
                    </a:solidFill>
                  </a:tcPr>
                </a:tc>
                <a:tc>
                  <a:txBody>
                    <a:bodyPr/>
                    <a:lstStyle/>
                    <a:p>
                      <a:pPr algn="l"/>
                      <a:r>
                        <a:rPr sz="1600" b="0">
                          <a:solidFill>
                            <a:srgbClr val="000000"/>
                          </a:solidFill>
                          <a:latin typeface="Times New Roman"/>
                        </a:rPr>
                        <a:t>NDVI and three more indices</a:t>
                      </a:r>
                    </a:p>
                  </a:txBody>
                  <a:tcPr marL="73152" marR="73152" marT="27432" marB="27432" anchor="ctr">
                    <a:solidFill>
                      <a:srgbClr val="FFFFFF"/>
                    </a:solidFill>
                  </a:tcPr>
                </a:tc>
                <a:extLst>
                  <a:ext uri="{0D108BD9-81ED-4DB2-BD59-A6C34878D82A}">
                    <a16:rowId xmlns:a16="http://schemas.microsoft.com/office/drawing/2014/main" val="10005"/>
                  </a:ext>
                </a:extLst>
              </a:tr>
              <a:tr h="457200">
                <a:tc>
                  <a:txBody>
                    <a:bodyPr/>
                    <a:lstStyle/>
                    <a:p>
                      <a:pPr algn="ctr"/>
                      <a:r>
                        <a:rPr sz="1600" b="0">
                          <a:solidFill>
                            <a:srgbClr val="000000"/>
                          </a:solidFill>
                          <a:latin typeface="Times New Roman"/>
                        </a:rPr>
                        <a:t>[6]</a:t>
                      </a:r>
                    </a:p>
                  </a:txBody>
                  <a:tcPr marL="73152" marR="73152" marT="27432" marB="27432" anchor="ctr">
                    <a:solidFill>
                      <a:srgbClr val="F2F6FB"/>
                    </a:solidFill>
                  </a:tcPr>
                </a:tc>
                <a:tc>
                  <a:txBody>
                    <a:bodyPr/>
                    <a:lstStyle/>
                    <a:p>
                      <a:pPr algn="l"/>
                      <a:r>
                        <a:rPr sz="1600" b="0">
                          <a:solidFill>
                            <a:srgbClr val="000000"/>
                          </a:solidFill>
                          <a:latin typeface="Times New Roman"/>
                        </a:rPr>
                        <a:t>Haralick et al., GLCM, 1973</a:t>
                      </a:r>
                    </a:p>
                  </a:txBody>
                  <a:tcPr marL="73152" marR="73152" marT="27432" marB="27432" anchor="ctr">
                    <a:solidFill>
                      <a:srgbClr val="F2F6FB"/>
                    </a:solidFill>
                  </a:tcPr>
                </a:tc>
                <a:tc>
                  <a:txBody>
                    <a:bodyPr/>
                    <a:lstStyle/>
                    <a:p>
                      <a:pPr algn="l"/>
                      <a:r>
                        <a:rPr sz="1600" b="0">
                          <a:solidFill>
                            <a:srgbClr val="000000"/>
                          </a:solidFill>
                          <a:latin typeface="Times New Roman"/>
                        </a:rPr>
                        <a:t>Texture features from gray levels</a:t>
                      </a:r>
                    </a:p>
                  </a:txBody>
                  <a:tcPr marL="73152" marR="73152" marT="27432" marB="27432" anchor="ctr">
                    <a:solidFill>
                      <a:srgbClr val="F2F6FB"/>
                    </a:solidFill>
                  </a:tcPr>
                </a:tc>
                <a:tc>
                  <a:txBody>
                    <a:bodyPr/>
                    <a:lstStyle/>
                    <a:p>
                      <a:pPr algn="l"/>
                      <a:r>
                        <a:rPr sz="1600" b="0">
                          <a:solidFill>
                            <a:srgbClr val="000000"/>
                          </a:solidFill>
                          <a:latin typeface="Times New Roman"/>
                        </a:rPr>
                        <a:t>Planned texture features</a:t>
                      </a:r>
                    </a:p>
                  </a:txBody>
                  <a:tcPr marL="73152" marR="73152" marT="27432" marB="27432" anchor="ctr">
                    <a:solidFill>
                      <a:srgbClr val="F2F6FB"/>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502920" y="5577840"/>
            <a:ext cx="11183112" cy="86868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623560"/>
            <a:ext cx="10835640" cy="777240"/>
          </a:xfrm>
          <a:prstGeom prst="rect">
            <a:avLst/>
          </a:prstGeom>
          <a:noFill/>
        </p:spPr>
        <p:txBody>
          <a:bodyPr wrap="square" lIns="0" tIns="0" rIns="0" bIns="0" anchor="ctr">
            <a:spAutoFit/>
          </a:bodyPr>
          <a:lstStyle/>
          <a:p>
            <a:pPr algn="l">
              <a:spcAft>
                <a:spcPts val="600"/>
              </a:spcAft>
            </a:pPr>
            <a:r>
              <a:rPr sz="2000" b="1">
                <a:solidFill>
                  <a:srgbClr val="800000"/>
                </a:solidFill>
                <a:latin typeface="Times New Roman"/>
              </a:rPr>
              <a:t>Gap we address: </a:t>
            </a:r>
            <a:r>
              <a:rPr sz="2000" b="0">
                <a:solidFill>
                  <a:srgbClr val="000000"/>
                </a:solidFill>
                <a:latin typeface="Times New Roman"/>
              </a:rPr>
              <a:t>YieldSAT has no radar data, so we download and process Sentinel-1 ourselves.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02920" y="256032"/>
            <a:ext cx="11183112" cy="658368"/>
          </a:xfrm>
          <a:prstGeom prst="rect">
            <a:avLst/>
          </a:prstGeom>
          <a:noFill/>
        </p:spPr>
        <p:txBody>
          <a:bodyPr wrap="square" lIns="0" tIns="0" rIns="0" bIns="0" anchor="ctr">
            <a:spAutoFit/>
          </a:bodyPr>
          <a:lstStyle/>
          <a:p>
            <a:pPr algn="l">
              <a:spcAft>
                <a:spcPts val="600"/>
              </a:spcAft>
            </a:pPr>
            <a:r>
              <a:rPr sz="2800" b="1">
                <a:solidFill>
                  <a:srgbClr val="800000"/>
                </a:solidFill>
                <a:latin typeface="Times New Roman"/>
              </a:rPr>
              <a:t>4 · Dataset Check</a:t>
            </a:r>
          </a:p>
        </p:txBody>
      </p:sp>
      <p:sp>
        <p:nvSpPr>
          <p:cNvPr id="3" name="Subtitle"/>
          <p:cNvSpPr txBox="1"/>
          <p:nvPr/>
        </p:nvSpPr>
        <p:spPr>
          <a:xfrm>
            <a:off x="502920" y="960120"/>
            <a:ext cx="11183112" cy="457200"/>
          </a:xfrm>
          <a:prstGeom prst="rect">
            <a:avLst/>
          </a:prstGeom>
          <a:noFill/>
        </p:spPr>
        <p:txBody>
          <a:bodyPr wrap="square" lIns="0" tIns="0" rIns="0" bIns="0" anchor="ctr">
            <a:spAutoFit/>
          </a:bodyPr>
          <a:lstStyle/>
          <a:p>
            <a:pPr algn="l">
              <a:spcAft>
                <a:spcPts val="600"/>
              </a:spcAft>
            </a:pPr>
            <a:r>
              <a:rPr sz="2000" b="1">
                <a:solidFill>
                  <a:srgbClr val="000000"/>
                </a:solidFill>
                <a:latin typeface="Times New Roman"/>
              </a:rPr>
              <a:t>All 1302 fields in Argentina and Brazil load without errors.</a:t>
            </a:r>
          </a:p>
        </p:txBody>
      </p:sp>
      <p:graphicFrame>
        <p:nvGraphicFramePr>
          <p:cNvPr id="4" name="Chart 3"/>
          <p:cNvGraphicFramePr>
            <a:graphicFrameLocks noGrp="1"/>
          </p:cNvGraphicFramePr>
          <p:nvPr/>
        </p:nvGraphicFramePr>
        <p:xfrm>
          <a:off x="502920" y="160020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7726679" y="1691640"/>
            <a:ext cx="3959352" cy="228600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09559" y="1801368"/>
            <a:ext cx="3593592" cy="41148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Dataset</a:t>
            </a:r>
          </a:p>
        </p:txBody>
      </p:sp>
      <p:sp>
        <p:nvSpPr>
          <p:cNvPr id="7" name="TextBox 6"/>
          <p:cNvSpPr txBox="1"/>
          <p:nvPr/>
        </p:nvSpPr>
        <p:spPr>
          <a:xfrm>
            <a:off x="7909559" y="2331720"/>
            <a:ext cx="3593592" cy="1554480"/>
          </a:xfrm>
          <a:prstGeom prst="rect">
            <a:avLst/>
          </a:prstGeom>
          <a:noFill/>
        </p:spPr>
        <p:txBody>
          <a:bodyPr wrap="square" lIns="0" tIns="0" rIns="0" bIns="0" anchor="t">
            <a:spAutoFit/>
          </a:bodyPr>
          <a:lstStyle/>
          <a:p>
            <a:pPr marL="285750" indent="-285750" algn="l">
              <a:spcAft>
                <a:spcPts val="800"/>
              </a:spcAft>
              <a:buFont typeface="Arial"/>
              <a:buChar char="•"/>
            </a:pPr>
            <a:r>
              <a:rPr sz="2000" b="0">
                <a:solidFill>
                  <a:srgbClr val="000000"/>
                </a:solidFill>
                <a:latin typeface="Times New Roman"/>
              </a:rPr>
              <a:t>Sentinel-2, 12 bands, 10 m</a:t>
            </a:r>
          </a:p>
          <a:p>
            <a:pPr marL="285750" indent="-285750" algn="l">
              <a:spcAft>
                <a:spcPts val="800"/>
              </a:spcAft>
              <a:buFont typeface="Arial"/>
              <a:buChar char="•"/>
            </a:pPr>
            <a:r>
              <a:rPr sz="2000" b="0">
                <a:solidFill>
                  <a:srgbClr val="000000"/>
                </a:solidFill>
                <a:latin typeface="Times New Roman"/>
              </a:rPr>
              <a:t>One folder per field</a:t>
            </a:r>
          </a:p>
        </p:txBody>
      </p:sp>
      <p:sp>
        <p:nvSpPr>
          <p:cNvPr id="8" name="Rounded Rectangle 7"/>
          <p:cNvSpPr/>
          <p:nvPr/>
        </p:nvSpPr>
        <p:spPr>
          <a:xfrm>
            <a:off x="7726679" y="4160520"/>
            <a:ext cx="3959352" cy="228600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09559" y="4270248"/>
            <a:ext cx="3593592" cy="41148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Issue found</a:t>
            </a:r>
          </a:p>
        </p:txBody>
      </p:sp>
      <p:sp>
        <p:nvSpPr>
          <p:cNvPr id="10" name="TextBox 9"/>
          <p:cNvSpPr txBox="1"/>
          <p:nvPr/>
        </p:nvSpPr>
        <p:spPr>
          <a:xfrm>
            <a:off x="7909559" y="4800600"/>
            <a:ext cx="3593592" cy="1554480"/>
          </a:xfrm>
          <a:prstGeom prst="rect">
            <a:avLst/>
          </a:prstGeom>
          <a:noFill/>
        </p:spPr>
        <p:txBody>
          <a:bodyPr wrap="square" lIns="0" tIns="0" rIns="0" bIns="0" anchor="t">
            <a:spAutoFit/>
          </a:bodyPr>
          <a:lstStyle/>
          <a:p>
            <a:pPr marL="285750" indent="-285750" algn="l">
              <a:spcAft>
                <a:spcPts val="800"/>
              </a:spcAft>
              <a:buFont typeface="Arial"/>
              <a:buChar char="•"/>
            </a:pPr>
            <a:r>
              <a:rPr sz="2000" b="0">
                <a:solidFill>
                  <a:srgbClr val="000000"/>
                </a:solidFill>
                <a:latin typeface="Times New Roman"/>
              </a:rPr>
              <a:t>Corners outside the field passed the first mask</a:t>
            </a:r>
          </a:p>
          <a:p>
            <a:pPr marL="285750" indent="-285750" algn="l">
              <a:spcAft>
                <a:spcPts val="800"/>
              </a:spcAft>
              <a:buFont typeface="Arial"/>
              <a:buChar char="•"/>
            </a:pPr>
            <a:r>
              <a:rPr sz="2000" b="0">
                <a:solidFill>
                  <a:srgbClr val="000000"/>
                </a:solidFill>
                <a:latin typeface="Times New Roman"/>
              </a:rPr>
              <a:t>Fixed with a usable-class list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02920" y="256032"/>
            <a:ext cx="11183112" cy="658368"/>
          </a:xfrm>
          <a:prstGeom prst="rect">
            <a:avLst/>
          </a:prstGeom>
          <a:noFill/>
        </p:spPr>
        <p:txBody>
          <a:bodyPr wrap="square" lIns="0" tIns="0" rIns="0" bIns="0" anchor="ctr">
            <a:spAutoFit/>
          </a:bodyPr>
          <a:lstStyle/>
          <a:p>
            <a:pPr algn="l">
              <a:spcAft>
                <a:spcPts val="600"/>
              </a:spcAft>
            </a:pPr>
            <a:r>
              <a:rPr sz="2800" b="1">
                <a:solidFill>
                  <a:srgbClr val="800000"/>
                </a:solidFill>
                <a:latin typeface="Times New Roman"/>
              </a:rPr>
              <a:t>5 · Processing Pipeline</a:t>
            </a:r>
          </a:p>
        </p:txBody>
      </p:sp>
      <p:sp>
        <p:nvSpPr>
          <p:cNvPr id="3" name="Subtitle"/>
          <p:cNvSpPr txBox="1"/>
          <p:nvPr/>
        </p:nvSpPr>
        <p:spPr>
          <a:xfrm>
            <a:off x="502920" y="960120"/>
            <a:ext cx="11183112" cy="457200"/>
          </a:xfrm>
          <a:prstGeom prst="rect">
            <a:avLst/>
          </a:prstGeom>
          <a:noFill/>
        </p:spPr>
        <p:txBody>
          <a:bodyPr wrap="square" lIns="0" tIns="0" rIns="0" bIns="0" anchor="ctr">
            <a:spAutoFit/>
          </a:bodyPr>
          <a:lstStyle/>
          <a:p>
            <a:pPr algn="l">
              <a:spcAft>
                <a:spcPts val="600"/>
              </a:spcAft>
            </a:pPr>
            <a:r>
              <a:rPr sz="2000" b="1">
                <a:solidFill>
                  <a:srgbClr val="000000"/>
                </a:solidFill>
                <a:latin typeface="Times New Roman"/>
              </a:rPr>
              <a:t>Two branches give optical and SAR images on the same 10 m grid.</a:t>
            </a:r>
          </a:p>
        </p:txBody>
      </p:sp>
      <p:sp>
        <p:nvSpPr>
          <p:cNvPr id="4" name="TextBox 3"/>
          <p:cNvSpPr txBox="1"/>
          <p:nvPr/>
        </p:nvSpPr>
        <p:spPr>
          <a:xfrm>
            <a:off x="502920" y="1600200"/>
            <a:ext cx="5486400" cy="365760"/>
          </a:xfrm>
          <a:prstGeom prst="rect">
            <a:avLst/>
          </a:prstGeom>
          <a:noFill/>
        </p:spPr>
        <p:txBody>
          <a:bodyPr wrap="square" lIns="0" tIns="0" rIns="0" bIns="0" anchor="t">
            <a:spAutoFit/>
          </a:bodyPr>
          <a:lstStyle/>
          <a:p>
            <a:pPr algn="l">
              <a:spcAft>
                <a:spcPts val="600"/>
              </a:spcAft>
            </a:pPr>
            <a:r>
              <a:rPr sz="2200" b="1">
                <a:solidFill>
                  <a:srgbClr val="800000"/>
                </a:solidFill>
                <a:latin typeface="Times New Roman"/>
              </a:rPr>
              <a:t>Optical branch</a:t>
            </a:r>
          </a:p>
        </p:txBody>
      </p:sp>
      <p:sp>
        <p:nvSpPr>
          <p:cNvPr id="5" name="TextBox 4"/>
          <p:cNvSpPr txBox="1"/>
          <p:nvPr/>
        </p:nvSpPr>
        <p:spPr>
          <a:xfrm>
            <a:off x="502920" y="3657600"/>
            <a:ext cx="5486400" cy="365760"/>
          </a:xfrm>
          <a:prstGeom prst="rect">
            <a:avLst/>
          </a:prstGeom>
          <a:noFill/>
        </p:spPr>
        <p:txBody>
          <a:bodyPr wrap="square" lIns="0" tIns="0" rIns="0" bIns="0" anchor="t">
            <a:spAutoFit/>
          </a:bodyPr>
          <a:lstStyle/>
          <a:p>
            <a:pPr algn="l">
              <a:spcAft>
                <a:spcPts val="600"/>
              </a:spcAft>
            </a:pPr>
            <a:r>
              <a:rPr sz="2200" b="1">
                <a:solidFill>
                  <a:srgbClr val="800000"/>
                </a:solidFill>
                <a:latin typeface="Times New Roman"/>
              </a:rPr>
              <a:t>SAR branch</a:t>
            </a:r>
          </a:p>
        </p:txBody>
      </p:sp>
      <p:sp>
        <p:nvSpPr>
          <p:cNvPr id="6" name="Rounded Rectangle 5"/>
          <p:cNvSpPr/>
          <p:nvPr/>
        </p:nvSpPr>
        <p:spPr>
          <a:xfrm>
            <a:off x="502920" y="2011680"/>
            <a:ext cx="2011680" cy="1417320"/>
          </a:xfrm>
          <a:prstGeom prst="roundRect">
            <a:avLst>
              <a:gd name="adj" fmla="val 2000"/>
            </a:avLst>
          </a:prstGeom>
          <a:solidFill>
            <a:srgbClr val="F2F6FB"/>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0000"/>
                </a:solidFill>
                <a:latin typeface="Times New Roman"/>
              </a:rPr>
              <a:t>Sentinel-2</a:t>
            </a:r>
          </a:p>
          <a:p>
            <a:pPr algn="ctr"/>
            <a:r>
              <a:rPr sz="1600" b="0">
                <a:solidFill>
                  <a:srgbClr val="000000"/>
                </a:solidFill>
                <a:latin typeface="Times New Roman"/>
              </a:rPr>
              <a:t>12 bands + SCL</a:t>
            </a:r>
          </a:p>
          <a:p>
            <a:pPr algn="ctr"/>
            <a:r>
              <a:rPr sz="1600" b="0">
                <a:solidFill>
                  <a:srgbClr val="000000"/>
                </a:solidFill>
                <a:latin typeface="Times New Roman"/>
              </a:rPr>
              <a:t>per date</a:t>
            </a:r>
          </a:p>
        </p:txBody>
      </p:sp>
      <p:sp>
        <p:nvSpPr>
          <p:cNvPr id="7" name="Rounded Rectangle 6"/>
          <p:cNvSpPr/>
          <p:nvPr/>
        </p:nvSpPr>
        <p:spPr>
          <a:xfrm>
            <a:off x="2880360" y="2011680"/>
            <a:ext cx="2011680" cy="1417320"/>
          </a:xfrm>
          <a:prstGeom prst="roundRect">
            <a:avLst>
              <a:gd name="adj" fmla="val 2000"/>
            </a:avLst>
          </a:prstGeom>
          <a:solidFill>
            <a:srgbClr val="F2F6FB"/>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0000"/>
                </a:solidFill>
                <a:latin typeface="Times New Roman"/>
              </a:rPr>
              <a:t>Cloud mask</a:t>
            </a:r>
          </a:p>
          <a:p>
            <a:pPr algn="ctr"/>
            <a:r>
              <a:rPr sz="1600" b="0">
                <a:solidFill>
                  <a:srgbClr val="000000"/>
                </a:solidFill>
                <a:latin typeface="Times New Roman"/>
              </a:rPr>
              <a:t>Keep SCL 4, 5, 6, 7</a:t>
            </a:r>
          </a:p>
          <a:p>
            <a:pPr algn="ctr"/>
            <a:r>
              <a:rPr sz="1600" b="0">
                <a:solidFill>
                  <a:srgbClr val="000000"/>
                </a:solidFill>
                <a:latin typeface="Times New Roman"/>
              </a:rPr>
              <a:t>Drop dates under 20%</a:t>
            </a:r>
          </a:p>
        </p:txBody>
      </p:sp>
      <p:cxnSp>
        <p:nvCxnSpPr>
          <p:cNvPr id="8" name="Connector 7"/>
          <p:cNvCxnSpPr/>
          <p:nvPr/>
        </p:nvCxnSpPr>
        <p:spPr>
          <a:xfrm>
            <a:off x="2532888" y="2720340"/>
            <a:ext cx="329184" cy="0"/>
          </a:xfrm>
          <a:prstGeom prst="line">
            <a:avLst/>
          </a:prstGeom>
          <a:ln w="25400">
            <a:solidFill>
              <a:srgbClr val="8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57800" y="2011680"/>
            <a:ext cx="2011680" cy="1417320"/>
          </a:xfrm>
          <a:prstGeom prst="roundRect">
            <a:avLst>
              <a:gd name="adj" fmla="val 2000"/>
            </a:avLst>
          </a:prstGeom>
          <a:solidFill>
            <a:srgbClr val="F2F6FB"/>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0000"/>
                </a:solidFill>
                <a:latin typeface="Times New Roman"/>
              </a:rPr>
              <a:t>Median composite</a:t>
            </a:r>
          </a:p>
          <a:p>
            <a:pPr algn="ctr"/>
            <a:r>
              <a:rPr sz="1600" b="0">
                <a:solidFill>
                  <a:srgbClr val="000000"/>
                </a:solidFill>
                <a:latin typeface="Times New Roman"/>
              </a:rPr>
              <a:t>Per pixel and band</a:t>
            </a:r>
          </a:p>
        </p:txBody>
      </p:sp>
      <p:cxnSp>
        <p:nvCxnSpPr>
          <p:cNvPr id="10" name="Connector 9"/>
          <p:cNvCxnSpPr/>
          <p:nvPr/>
        </p:nvCxnSpPr>
        <p:spPr>
          <a:xfrm>
            <a:off x="4910327" y="2720340"/>
            <a:ext cx="329185" cy="0"/>
          </a:xfrm>
          <a:prstGeom prst="line">
            <a:avLst/>
          </a:prstGeom>
          <a:ln w="25400">
            <a:solidFill>
              <a:srgbClr val="8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635240" y="2011680"/>
            <a:ext cx="2011680" cy="1417320"/>
          </a:xfrm>
          <a:prstGeom prst="roundRect">
            <a:avLst>
              <a:gd name="adj" fmla="val 2000"/>
            </a:avLst>
          </a:prstGeom>
          <a:solidFill>
            <a:srgbClr val="F2F6FB"/>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0000"/>
                </a:solidFill>
                <a:latin typeface="Times New Roman"/>
              </a:rPr>
              <a:t>Four indices</a:t>
            </a:r>
          </a:p>
          <a:p>
            <a:pPr algn="ctr"/>
            <a:r>
              <a:rPr sz="1600" b="0">
                <a:solidFill>
                  <a:srgbClr val="000000"/>
                </a:solidFill>
                <a:latin typeface="Times New Roman"/>
              </a:rPr>
              <a:t>NDVI, EVI,</a:t>
            </a:r>
          </a:p>
          <a:p>
            <a:pPr algn="ctr"/>
            <a:r>
              <a:rPr sz="1600" b="0">
                <a:solidFill>
                  <a:srgbClr val="000000"/>
                </a:solidFill>
                <a:latin typeface="Times New Roman"/>
              </a:rPr>
              <a:t>GNDVI, NDWI</a:t>
            </a:r>
          </a:p>
        </p:txBody>
      </p:sp>
      <p:cxnSp>
        <p:nvCxnSpPr>
          <p:cNvPr id="12" name="Connector 11"/>
          <p:cNvCxnSpPr/>
          <p:nvPr/>
        </p:nvCxnSpPr>
        <p:spPr>
          <a:xfrm>
            <a:off x="7287768" y="2720340"/>
            <a:ext cx="329184" cy="0"/>
          </a:xfrm>
          <a:prstGeom prst="line">
            <a:avLst/>
          </a:prstGeom>
          <a:ln w="25400">
            <a:solidFill>
              <a:srgbClr val="8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2920" y="4069080"/>
            <a:ext cx="2011680" cy="1417320"/>
          </a:xfrm>
          <a:prstGeom prst="roundRect">
            <a:avLst>
              <a:gd name="adj" fmla="val 2000"/>
            </a:avLst>
          </a:prstGeom>
          <a:solidFill>
            <a:srgbClr val="F2F6FB"/>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0000"/>
                </a:solidFill>
                <a:latin typeface="Times New Roman"/>
              </a:rPr>
              <a:t>Sentinel-1</a:t>
            </a:r>
          </a:p>
          <a:p>
            <a:pPr algn="ctr"/>
            <a:r>
              <a:rPr sz="1600" b="0">
                <a:solidFill>
                  <a:srgbClr val="000000"/>
                </a:solidFill>
                <a:latin typeface="Times New Roman"/>
              </a:rPr>
              <a:t>GRD, IW mode</a:t>
            </a:r>
          </a:p>
          <a:p>
            <a:pPr algn="ctr"/>
            <a:r>
              <a:rPr sz="1600" b="0">
                <a:solidFill>
                  <a:srgbClr val="000000"/>
                </a:solidFill>
                <a:latin typeface="Times New Roman"/>
              </a:rPr>
              <a:t>VV and VH</a:t>
            </a:r>
          </a:p>
        </p:txBody>
      </p:sp>
      <p:sp>
        <p:nvSpPr>
          <p:cNvPr id="14" name="Rounded Rectangle 13"/>
          <p:cNvSpPr/>
          <p:nvPr/>
        </p:nvSpPr>
        <p:spPr>
          <a:xfrm>
            <a:off x="2880360" y="4069080"/>
            <a:ext cx="2011680" cy="1417320"/>
          </a:xfrm>
          <a:prstGeom prst="roundRect">
            <a:avLst>
              <a:gd name="adj" fmla="val 2000"/>
            </a:avLst>
          </a:prstGeom>
          <a:solidFill>
            <a:srgbClr val="F2F6FB"/>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0000"/>
                </a:solidFill>
                <a:latin typeface="Times New Roman"/>
              </a:rPr>
              <a:t>Median of scenes</a:t>
            </a:r>
          </a:p>
          <a:p>
            <a:pPr algn="ctr"/>
            <a:r>
              <a:rPr sz="1600" b="0">
                <a:solidFill>
                  <a:srgbClr val="000000"/>
                </a:solidFill>
                <a:latin typeface="Times New Roman"/>
              </a:rPr>
              <a:t>Seeding to harvest</a:t>
            </a:r>
          </a:p>
          <a:p>
            <a:pPr algn="ctr"/>
            <a:r>
              <a:rPr sz="1600" b="0">
                <a:solidFill>
                  <a:srgbClr val="000000"/>
                </a:solidFill>
                <a:latin typeface="Times New Roman"/>
              </a:rPr>
              <a:t>10 m, in dB</a:t>
            </a:r>
          </a:p>
        </p:txBody>
      </p:sp>
      <p:cxnSp>
        <p:nvCxnSpPr>
          <p:cNvPr id="15" name="Connector 14"/>
          <p:cNvCxnSpPr/>
          <p:nvPr/>
        </p:nvCxnSpPr>
        <p:spPr>
          <a:xfrm>
            <a:off x="2532888" y="4777740"/>
            <a:ext cx="329184" cy="0"/>
          </a:xfrm>
          <a:prstGeom prst="line">
            <a:avLst/>
          </a:prstGeom>
          <a:ln w="25400">
            <a:solidFill>
              <a:srgbClr val="8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257800" y="4069080"/>
            <a:ext cx="2011680" cy="1417320"/>
          </a:xfrm>
          <a:prstGeom prst="roundRect">
            <a:avLst>
              <a:gd name="adj" fmla="val 2000"/>
            </a:avLst>
          </a:prstGeom>
          <a:solidFill>
            <a:srgbClr val="F2F6FB"/>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0000"/>
                </a:solidFill>
                <a:latin typeface="Times New Roman"/>
              </a:rPr>
              <a:t>Lee filter</a:t>
            </a:r>
          </a:p>
          <a:p>
            <a:pPr algn="ctr"/>
            <a:r>
              <a:rPr sz="1600" b="0">
                <a:solidFill>
                  <a:srgbClr val="000000"/>
                </a:solidFill>
                <a:latin typeface="Times New Roman"/>
              </a:rPr>
              <a:t>5x5 window</a:t>
            </a:r>
          </a:p>
        </p:txBody>
      </p:sp>
      <p:cxnSp>
        <p:nvCxnSpPr>
          <p:cNvPr id="17" name="Connector 16"/>
          <p:cNvCxnSpPr/>
          <p:nvPr/>
        </p:nvCxnSpPr>
        <p:spPr>
          <a:xfrm>
            <a:off x="4910327" y="4777740"/>
            <a:ext cx="329185" cy="0"/>
          </a:xfrm>
          <a:prstGeom prst="line">
            <a:avLst/>
          </a:prstGeom>
          <a:ln w="25400">
            <a:solidFill>
              <a:srgbClr val="8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635240" y="4069080"/>
            <a:ext cx="2011680" cy="1417320"/>
          </a:xfrm>
          <a:prstGeom prst="roundRect">
            <a:avLst>
              <a:gd name="adj" fmla="val 2000"/>
            </a:avLst>
          </a:prstGeom>
          <a:solidFill>
            <a:srgbClr val="F2F6FB"/>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0000"/>
                </a:solidFill>
                <a:latin typeface="Times New Roman"/>
              </a:rPr>
              <a:t>Bilinear resample</a:t>
            </a:r>
          </a:p>
          <a:p>
            <a:pPr algn="ctr"/>
            <a:r>
              <a:rPr sz="1600" b="0">
                <a:solidFill>
                  <a:srgbClr val="000000"/>
                </a:solidFill>
                <a:latin typeface="Times New Roman"/>
              </a:rPr>
              <a:t>To the field grid</a:t>
            </a:r>
          </a:p>
        </p:txBody>
      </p:sp>
      <p:cxnSp>
        <p:nvCxnSpPr>
          <p:cNvPr id="19" name="Connector 18"/>
          <p:cNvCxnSpPr/>
          <p:nvPr/>
        </p:nvCxnSpPr>
        <p:spPr>
          <a:xfrm>
            <a:off x="7287768" y="4777740"/>
            <a:ext cx="329184" cy="0"/>
          </a:xfrm>
          <a:prstGeom prst="line">
            <a:avLst/>
          </a:prstGeom>
          <a:ln w="25400">
            <a:solidFill>
              <a:srgbClr val="8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966960" y="2011680"/>
            <a:ext cx="1719071" cy="3474720"/>
          </a:xfrm>
          <a:prstGeom prst="roundRect">
            <a:avLst>
              <a:gd name="adj" fmla="val 2000"/>
            </a:avLst>
          </a:prstGeom>
          <a:solidFill>
            <a:srgbClr val="800000"/>
          </a:solidFill>
          <a:ln w="9525">
            <a:solidFill>
              <a:srgbClr val="800000"/>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latin typeface="Times New Roman"/>
              </a:rPr>
              <a:t>Aligned</a:t>
            </a:r>
          </a:p>
          <a:p>
            <a:pPr algn="ctr"/>
            <a:r>
              <a:rPr sz="1800" b="0">
                <a:solidFill>
                  <a:srgbClr val="FFFFFF"/>
                </a:solidFill>
                <a:latin typeface="Times New Roman"/>
              </a:rPr>
              <a:t>optical + SAR</a:t>
            </a:r>
          </a:p>
          <a:p>
            <a:pPr algn="ctr"/>
            <a:r>
              <a:rPr sz="1800" b="0">
                <a:solidFill>
                  <a:srgbClr val="FFFFFF"/>
                </a:solidFill>
                <a:latin typeface="Times New Roman"/>
              </a:rPr>
              <a:t>same ground area</a:t>
            </a:r>
          </a:p>
        </p:txBody>
      </p:sp>
      <p:cxnSp>
        <p:nvCxnSpPr>
          <p:cNvPr id="21" name="Connector 20"/>
          <p:cNvCxnSpPr/>
          <p:nvPr/>
        </p:nvCxnSpPr>
        <p:spPr>
          <a:xfrm>
            <a:off x="9665208" y="2720340"/>
            <a:ext cx="283464" cy="0"/>
          </a:xfrm>
          <a:prstGeom prst="line">
            <a:avLst/>
          </a:prstGeom>
          <a:ln w="25400">
            <a:solidFill>
              <a:srgbClr val="8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65208" y="4777740"/>
            <a:ext cx="283464" cy="0"/>
          </a:xfrm>
          <a:prstGeom prst="line">
            <a:avLst/>
          </a:prstGeom>
          <a:ln w="25400">
            <a:solidFill>
              <a:srgbClr val="8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2920" y="6172200"/>
            <a:ext cx="11183112" cy="365760"/>
          </a:xfrm>
          <a:prstGeom prst="rect">
            <a:avLst/>
          </a:prstGeom>
          <a:noFill/>
        </p:spPr>
        <p:txBody>
          <a:bodyPr wrap="square" lIns="0" tIns="0" rIns="0" bIns="0" anchor="t">
            <a:spAutoFit/>
          </a:bodyPr>
          <a:lstStyle/>
          <a:p>
            <a:pPr algn="l">
              <a:spcAft>
                <a:spcPts val="600"/>
              </a:spcAft>
            </a:pPr>
            <a:r>
              <a:rPr sz="1600" b="0">
                <a:solidFill>
                  <a:srgbClr val="717171"/>
                </a:solidFill>
                <a:latin typeface="Times New Roman"/>
              </a:rPr>
              <a:t>Median is used because one missed cloud pixel affects it less than the mean.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02920" y="256032"/>
            <a:ext cx="11183112" cy="658368"/>
          </a:xfrm>
          <a:prstGeom prst="rect">
            <a:avLst/>
          </a:prstGeom>
          <a:noFill/>
        </p:spPr>
        <p:txBody>
          <a:bodyPr wrap="square" lIns="0" tIns="0" rIns="0" bIns="0" anchor="ctr">
            <a:spAutoFit/>
          </a:bodyPr>
          <a:lstStyle/>
          <a:p>
            <a:pPr algn="l">
              <a:spcAft>
                <a:spcPts val="600"/>
              </a:spcAft>
            </a:pPr>
            <a:r>
              <a:rPr sz="2800" b="1">
                <a:solidFill>
                  <a:srgbClr val="800000"/>
                </a:solidFill>
                <a:latin typeface="Times New Roman"/>
              </a:rPr>
              <a:t>6 · Results: Three Real Fields</a:t>
            </a:r>
          </a:p>
        </p:txBody>
      </p:sp>
      <p:sp>
        <p:nvSpPr>
          <p:cNvPr id="3" name="Subtitle"/>
          <p:cNvSpPr txBox="1"/>
          <p:nvPr/>
        </p:nvSpPr>
        <p:spPr>
          <a:xfrm>
            <a:off x="502920" y="960120"/>
            <a:ext cx="11183112" cy="457200"/>
          </a:xfrm>
          <a:prstGeom prst="rect">
            <a:avLst/>
          </a:prstGeom>
          <a:noFill/>
        </p:spPr>
        <p:txBody>
          <a:bodyPr wrap="square" lIns="0" tIns="0" rIns="0" bIns="0" anchor="ctr">
            <a:spAutoFit/>
          </a:bodyPr>
          <a:lstStyle/>
          <a:p>
            <a:pPr algn="l">
              <a:spcAft>
                <a:spcPts val="600"/>
              </a:spcAft>
            </a:pPr>
            <a:r>
              <a:rPr sz="2000" b="1">
                <a:solidFill>
                  <a:srgbClr val="000000"/>
                </a:solidFill>
                <a:latin typeface="Times New Roman"/>
              </a:rPr>
              <a:t>The full pipeline ran on one Argentina field per crop.</a:t>
            </a:r>
          </a:p>
        </p:txBody>
      </p:sp>
      <p:pic>
        <p:nvPicPr>
          <p:cNvPr id="4" name="Picture 3" descr="report_corn_field.png"/>
          <p:cNvPicPr>
            <a:picLocks noChangeAspect="1"/>
          </p:cNvPicPr>
          <p:nvPr/>
        </p:nvPicPr>
        <p:blipFill>
          <a:blip r:embed="rId3"/>
          <a:stretch>
            <a:fillRect/>
          </a:stretch>
        </p:blipFill>
        <p:spPr>
          <a:xfrm>
            <a:off x="502920" y="1554480"/>
            <a:ext cx="11183112" cy="2441384"/>
          </a:xfrm>
          <a:prstGeom prst="rect">
            <a:avLst/>
          </a:prstGeom>
        </p:spPr>
      </p:pic>
      <p:sp>
        <p:nvSpPr>
          <p:cNvPr id="5" name="TextBox 4"/>
          <p:cNvSpPr txBox="1"/>
          <p:nvPr/>
        </p:nvSpPr>
        <p:spPr>
          <a:xfrm>
            <a:off x="502920" y="4114800"/>
            <a:ext cx="11183112" cy="274320"/>
          </a:xfrm>
          <a:prstGeom prst="rect">
            <a:avLst/>
          </a:prstGeom>
          <a:noFill/>
        </p:spPr>
        <p:txBody>
          <a:bodyPr wrap="square" lIns="0" tIns="0" rIns="0" bIns="0" anchor="t">
            <a:spAutoFit/>
          </a:bodyPr>
          <a:lstStyle/>
          <a:p>
            <a:pPr algn="l">
              <a:spcAft>
                <a:spcPts val="600"/>
              </a:spcAft>
            </a:pPr>
            <a:r>
              <a:rPr sz="1050" b="0">
                <a:solidFill>
                  <a:srgbClr val="333333"/>
                </a:solidFill>
                <a:latin typeface="Times New Roman"/>
              </a:rPr>
              <a:t>Fig. 1 Real corn field in Argentina. (a) Optical composite. (b) NDVI. (c) Sentinel-1 VV as downloaded. (d) VV after Lee filter and alignment.</a:t>
            </a:r>
          </a:p>
        </p:txBody>
      </p:sp>
      <p:graphicFrame>
        <p:nvGraphicFramePr>
          <p:cNvPr id="6" name="Table 5"/>
          <p:cNvGraphicFramePr>
            <a:graphicFrameLocks noGrp="1"/>
          </p:cNvGraphicFramePr>
          <p:nvPr/>
        </p:nvGraphicFramePr>
        <p:xfrm>
          <a:off x="502920" y="4526280"/>
          <a:ext cx="11183112" cy="1828800"/>
        </p:xfrm>
        <a:graphic>
          <a:graphicData uri="http://schemas.openxmlformats.org/drawingml/2006/table">
            <a:tbl>
              <a:tblPr firstRow="1" bandRow="1">
                <a:tableStyleId>{5940675A-B579-460E-94D1-54222C63F5DA}</a:tableStyleId>
              </a:tblPr>
              <a:tblGrid>
                <a:gridCol w="1863852">
                  <a:extLst>
                    <a:ext uri="{9D8B030D-6E8A-4147-A177-3AD203B41FA5}">
                      <a16:colId xmlns:a16="http://schemas.microsoft.com/office/drawing/2014/main" val="20000"/>
                    </a:ext>
                  </a:extLst>
                </a:gridCol>
                <a:gridCol w="1863852">
                  <a:extLst>
                    <a:ext uri="{9D8B030D-6E8A-4147-A177-3AD203B41FA5}">
                      <a16:colId xmlns:a16="http://schemas.microsoft.com/office/drawing/2014/main" val="20001"/>
                    </a:ext>
                  </a:extLst>
                </a:gridCol>
                <a:gridCol w="1863852">
                  <a:extLst>
                    <a:ext uri="{9D8B030D-6E8A-4147-A177-3AD203B41FA5}">
                      <a16:colId xmlns:a16="http://schemas.microsoft.com/office/drawing/2014/main" val="20002"/>
                    </a:ext>
                  </a:extLst>
                </a:gridCol>
                <a:gridCol w="1863852">
                  <a:extLst>
                    <a:ext uri="{9D8B030D-6E8A-4147-A177-3AD203B41FA5}">
                      <a16:colId xmlns:a16="http://schemas.microsoft.com/office/drawing/2014/main" val="20003"/>
                    </a:ext>
                  </a:extLst>
                </a:gridCol>
                <a:gridCol w="1863852">
                  <a:extLst>
                    <a:ext uri="{9D8B030D-6E8A-4147-A177-3AD203B41FA5}">
                      <a16:colId xmlns:a16="http://schemas.microsoft.com/office/drawing/2014/main" val="20004"/>
                    </a:ext>
                  </a:extLst>
                </a:gridCol>
                <a:gridCol w="1863852">
                  <a:extLst>
                    <a:ext uri="{9D8B030D-6E8A-4147-A177-3AD203B41FA5}">
                      <a16:colId xmlns:a16="http://schemas.microsoft.com/office/drawing/2014/main" val="20005"/>
                    </a:ext>
                  </a:extLst>
                </a:gridCol>
              </a:tblGrid>
              <a:tr h="457200">
                <a:tc>
                  <a:txBody>
                    <a:bodyPr/>
                    <a:lstStyle/>
                    <a:p>
                      <a:pPr algn="ctr"/>
                      <a:r>
                        <a:rPr sz="1800" b="1">
                          <a:solidFill>
                            <a:srgbClr val="FFFFFF"/>
                          </a:solidFill>
                          <a:latin typeface="Times New Roman"/>
                        </a:rPr>
                        <a:t>Crop</a:t>
                      </a:r>
                    </a:p>
                  </a:txBody>
                  <a:tcPr anchor="ctr">
                    <a:solidFill>
                      <a:srgbClr val="800000"/>
                    </a:solidFill>
                  </a:tcPr>
                </a:tc>
                <a:tc>
                  <a:txBody>
                    <a:bodyPr/>
                    <a:lstStyle/>
                    <a:p>
                      <a:pPr algn="ctr"/>
                      <a:r>
                        <a:rPr sz="1800" b="1">
                          <a:solidFill>
                            <a:srgbClr val="FFFFFF"/>
                          </a:solidFill>
                          <a:latin typeface="Times New Roman"/>
                        </a:rPr>
                        <a:t>Dates kept</a:t>
                      </a:r>
                    </a:p>
                  </a:txBody>
                  <a:tcPr anchor="ctr">
                    <a:solidFill>
                      <a:srgbClr val="800000"/>
                    </a:solidFill>
                  </a:tcPr>
                </a:tc>
                <a:tc>
                  <a:txBody>
                    <a:bodyPr/>
                    <a:lstStyle/>
                    <a:p>
                      <a:pPr algn="ctr"/>
                      <a:r>
                        <a:rPr sz="1800" b="1">
                          <a:solidFill>
                            <a:srgbClr val="FFFFFF"/>
                          </a:solidFill>
                          <a:latin typeface="Times New Roman"/>
                        </a:rPr>
                        <a:t>S1 scenes</a:t>
                      </a:r>
                    </a:p>
                  </a:txBody>
                  <a:tcPr anchor="ctr">
                    <a:solidFill>
                      <a:srgbClr val="800000"/>
                    </a:solidFill>
                  </a:tcPr>
                </a:tc>
                <a:tc>
                  <a:txBody>
                    <a:bodyPr/>
                    <a:lstStyle/>
                    <a:p>
                      <a:pPr algn="ctr"/>
                      <a:r>
                        <a:rPr sz="1800" b="1">
                          <a:solidFill>
                            <a:srgbClr val="FFFFFF"/>
                          </a:solidFill>
                          <a:latin typeface="Times New Roman"/>
                        </a:rPr>
                        <a:t>NDVI</a:t>
                      </a:r>
                    </a:p>
                  </a:txBody>
                  <a:tcPr anchor="ctr">
                    <a:solidFill>
                      <a:srgbClr val="800000"/>
                    </a:solidFill>
                  </a:tcPr>
                </a:tc>
                <a:tc>
                  <a:txBody>
                    <a:bodyPr/>
                    <a:lstStyle/>
                    <a:p>
                      <a:pPr algn="ctr"/>
                      <a:r>
                        <a:rPr sz="1800" b="1">
                          <a:solidFill>
                            <a:srgbClr val="FFFFFF"/>
                          </a:solidFill>
                          <a:latin typeface="Times New Roman"/>
                        </a:rPr>
                        <a:t>VV (dB)</a:t>
                      </a:r>
                    </a:p>
                  </a:txBody>
                  <a:tcPr anchor="ctr">
                    <a:solidFill>
                      <a:srgbClr val="800000"/>
                    </a:solidFill>
                  </a:tcPr>
                </a:tc>
                <a:tc>
                  <a:txBody>
                    <a:bodyPr/>
                    <a:lstStyle/>
                    <a:p>
                      <a:pPr algn="ctr"/>
                      <a:r>
                        <a:rPr sz="1800" b="1">
                          <a:solidFill>
                            <a:srgbClr val="FFFFFF"/>
                          </a:solidFill>
                          <a:latin typeface="Times New Roman"/>
                        </a:rPr>
                        <a:t>VH (dB)</a:t>
                      </a:r>
                    </a:p>
                  </a:txBody>
                  <a:tcPr anchor="ctr">
                    <a:solidFill>
                      <a:srgbClr val="800000"/>
                    </a:solidFill>
                  </a:tcPr>
                </a:tc>
                <a:extLst>
                  <a:ext uri="{0D108BD9-81ED-4DB2-BD59-A6C34878D82A}">
                    <a16:rowId xmlns:a16="http://schemas.microsoft.com/office/drawing/2014/main" val="10000"/>
                  </a:ext>
                </a:extLst>
              </a:tr>
              <a:tr h="457200">
                <a:tc>
                  <a:txBody>
                    <a:bodyPr/>
                    <a:lstStyle/>
                    <a:p>
                      <a:pPr algn="ctr"/>
                      <a:r>
                        <a:rPr sz="1800" b="0">
                          <a:solidFill>
                            <a:srgbClr val="000000"/>
                          </a:solidFill>
                          <a:latin typeface="Times New Roman"/>
                        </a:rPr>
                        <a:t>Corn</a:t>
                      </a:r>
                    </a:p>
                  </a:txBody>
                  <a:tcPr anchor="ctr">
                    <a:solidFill>
                      <a:srgbClr val="FFFFFF"/>
                    </a:solidFill>
                  </a:tcPr>
                </a:tc>
                <a:tc>
                  <a:txBody>
                    <a:bodyPr/>
                    <a:lstStyle/>
                    <a:p>
                      <a:pPr algn="ctr"/>
                      <a:r>
                        <a:rPr sz="1800" b="0">
                          <a:solidFill>
                            <a:srgbClr val="000000"/>
                          </a:solidFill>
                          <a:latin typeface="Times New Roman"/>
                        </a:rPr>
                        <a:t>52 / 96</a:t>
                      </a:r>
                    </a:p>
                  </a:txBody>
                  <a:tcPr anchor="ctr">
                    <a:solidFill>
                      <a:srgbClr val="FFFFFF"/>
                    </a:solidFill>
                  </a:tcPr>
                </a:tc>
                <a:tc>
                  <a:txBody>
                    <a:bodyPr/>
                    <a:lstStyle/>
                    <a:p>
                      <a:pPr algn="ctr"/>
                      <a:r>
                        <a:rPr sz="1800" b="0">
                          <a:solidFill>
                            <a:srgbClr val="000000"/>
                          </a:solidFill>
                          <a:latin typeface="Times New Roman"/>
                        </a:rPr>
                        <a:t>15</a:t>
                      </a:r>
                    </a:p>
                  </a:txBody>
                  <a:tcPr anchor="ctr">
                    <a:solidFill>
                      <a:srgbClr val="FFFFFF"/>
                    </a:solidFill>
                  </a:tcPr>
                </a:tc>
                <a:tc>
                  <a:txBody>
                    <a:bodyPr/>
                    <a:lstStyle/>
                    <a:p>
                      <a:pPr algn="ctr"/>
                      <a:r>
                        <a:rPr sz="1800" b="0">
                          <a:solidFill>
                            <a:srgbClr val="000000"/>
                          </a:solidFill>
                          <a:latin typeface="Times New Roman"/>
                        </a:rPr>
                        <a:t>0.52</a:t>
                      </a:r>
                    </a:p>
                  </a:txBody>
                  <a:tcPr anchor="ctr">
                    <a:solidFill>
                      <a:srgbClr val="FFFFFF"/>
                    </a:solidFill>
                  </a:tcPr>
                </a:tc>
                <a:tc>
                  <a:txBody>
                    <a:bodyPr/>
                    <a:lstStyle/>
                    <a:p>
                      <a:pPr algn="ctr"/>
                      <a:r>
                        <a:rPr sz="1800" b="0">
                          <a:solidFill>
                            <a:srgbClr val="000000"/>
                          </a:solidFill>
                          <a:latin typeface="Times New Roman"/>
                        </a:rPr>
                        <a:t>−10.23</a:t>
                      </a:r>
                    </a:p>
                  </a:txBody>
                  <a:tcPr anchor="ctr">
                    <a:solidFill>
                      <a:srgbClr val="FFFFFF"/>
                    </a:solidFill>
                  </a:tcPr>
                </a:tc>
                <a:tc>
                  <a:txBody>
                    <a:bodyPr/>
                    <a:lstStyle/>
                    <a:p>
                      <a:pPr algn="ctr"/>
                      <a:r>
                        <a:rPr sz="1800" b="0">
                          <a:solidFill>
                            <a:srgbClr val="000000"/>
                          </a:solidFill>
                          <a:latin typeface="Times New Roman"/>
                        </a:rPr>
                        <a:t>−17.50</a:t>
                      </a:r>
                    </a:p>
                  </a:txBody>
                  <a:tcPr anchor="ctr">
                    <a:solidFill>
                      <a:srgbClr val="FFFFFF"/>
                    </a:solidFill>
                  </a:tcPr>
                </a:tc>
                <a:extLst>
                  <a:ext uri="{0D108BD9-81ED-4DB2-BD59-A6C34878D82A}">
                    <a16:rowId xmlns:a16="http://schemas.microsoft.com/office/drawing/2014/main" val="10001"/>
                  </a:ext>
                </a:extLst>
              </a:tr>
              <a:tr h="457200">
                <a:tc>
                  <a:txBody>
                    <a:bodyPr/>
                    <a:lstStyle/>
                    <a:p>
                      <a:pPr algn="ctr"/>
                      <a:r>
                        <a:rPr sz="1800" b="0">
                          <a:solidFill>
                            <a:srgbClr val="000000"/>
                          </a:solidFill>
                          <a:latin typeface="Times New Roman"/>
                        </a:rPr>
                        <a:t>Soybean</a:t>
                      </a:r>
                    </a:p>
                  </a:txBody>
                  <a:tcPr anchor="ctr">
                    <a:solidFill>
                      <a:srgbClr val="F2F6FB"/>
                    </a:solidFill>
                  </a:tcPr>
                </a:tc>
                <a:tc>
                  <a:txBody>
                    <a:bodyPr/>
                    <a:lstStyle/>
                    <a:p>
                      <a:pPr algn="ctr"/>
                      <a:r>
                        <a:rPr sz="1800" b="0">
                          <a:solidFill>
                            <a:srgbClr val="000000"/>
                          </a:solidFill>
                          <a:latin typeface="Times New Roman"/>
                        </a:rPr>
                        <a:t>47 / 81</a:t>
                      </a:r>
                    </a:p>
                  </a:txBody>
                  <a:tcPr anchor="ctr">
                    <a:solidFill>
                      <a:srgbClr val="F2F6FB"/>
                    </a:solidFill>
                  </a:tcPr>
                </a:tc>
                <a:tc>
                  <a:txBody>
                    <a:bodyPr/>
                    <a:lstStyle/>
                    <a:p>
                      <a:pPr algn="ctr"/>
                      <a:r>
                        <a:rPr sz="1800" b="0">
                          <a:solidFill>
                            <a:srgbClr val="000000"/>
                          </a:solidFill>
                          <a:latin typeface="Times New Roman"/>
                        </a:rPr>
                        <a:t>12</a:t>
                      </a:r>
                    </a:p>
                  </a:txBody>
                  <a:tcPr anchor="ctr">
                    <a:solidFill>
                      <a:srgbClr val="F2F6FB"/>
                    </a:solidFill>
                  </a:tcPr>
                </a:tc>
                <a:tc>
                  <a:txBody>
                    <a:bodyPr/>
                    <a:lstStyle/>
                    <a:p>
                      <a:pPr algn="ctr"/>
                      <a:r>
                        <a:rPr sz="1800" b="0">
                          <a:solidFill>
                            <a:srgbClr val="000000"/>
                          </a:solidFill>
                          <a:latin typeface="Times New Roman"/>
                        </a:rPr>
                        <a:t>0.41</a:t>
                      </a:r>
                    </a:p>
                  </a:txBody>
                  <a:tcPr anchor="ctr">
                    <a:solidFill>
                      <a:srgbClr val="F2F6FB"/>
                    </a:solidFill>
                  </a:tcPr>
                </a:tc>
                <a:tc>
                  <a:txBody>
                    <a:bodyPr/>
                    <a:lstStyle/>
                    <a:p>
                      <a:pPr algn="ctr"/>
                      <a:r>
                        <a:rPr sz="1800" b="0">
                          <a:solidFill>
                            <a:srgbClr val="000000"/>
                          </a:solidFill>
                          <a:latin typeface="Times New Roman"/>
                        </a:rPr>
                        <a:t>−9.44</a:t>
                      </a:r>
                    </a:p>
                  </a:txBody>
                  <a:tcPr anchor="ctr">
                    <a:solidFill>
                      <a:srgbClr val="F2F6FB"/>
                    </a:solidFill>
                  </a:tcPr>
                </a:tc>
                <a:tc>
                  <a:txBody>
                    <a:bodyPr/>
                    <a:lstStyle/>
                    <a:p>
                      <a:pPr algn="ctr"/>
                      <a:r>
                        <a:rPr sz="1800" b="0">
                          <a:solidFill>
                            <a:srgbClr val="000000"/>
                          </a:solidFill>
                          <a:latin typeface="Times New Roman"/>
                        </a:rPr>
                        <a:t>−16.81</a:t>
                      </a:r>
                    </a:p>
                  </a:txBody>
                  <a:tcPr anchor="ctr">
                    <a:solidFill>
                      <a:srgbClr val="F2F6FB"/>
                    </a:solidFill>
                  </a:tcPr>
                </a:tc>
                <a:extLst>
                  <a:ext uri="{0D108BD9-81ED-4DB2-BD59-A6C34878D82A}">
                    <a16:rowId xmlns:a16="http://schemas.microsoft.com/office/drawing/2014/main" val="10002"/>
                  </a:ext>
                </a:extLst>
              </a:tr>
              <a:tr h="457200">
                <a:tc>
                  <a:txBody>
                    <a:bodyPr/>
                    <a:lstStyle/>
                    <a:p>
                      <a:pPr algn="ctr"/>
                      <a:r>
                        <a:rPr sz="1800" b="0">
                          <a:solidFill>
                            <a:srgbClr val="000000"/>
                          </a:solidFill>
                          <a:latin typeface="Times New Roman"/>
                        </a:rPr>
                        <a:t>Wheat</a:t>
                      </a:r>
                    </a:p>
                  </a:txBody>
                  <a:tcPr anchor="ctr">
                    <a:solidFill>
                      <a:srgbClr val="FFFFFF"/>
                    </a:solidFill>
                  </a:tcPr>
                </a:tc>
                <a:tc>
                  <a:txBody>
                    <a:bodyPr/>
                    <a:lstStyle/>
                    <a:p>
                      <a:pPr algn="ctr"/>
                      <a:r>
                        <a:rPr sz="1800" b="0">
                          <a:solidFill>
                            <a:srgbClr val="000000"/>
                          </a:solidFill>
                          <a:latin typeface="Times New Roman"/>
                        </a:rPr>
                        <a:t>49 / 93</a:t>
                      </a:r>
                    </a:p>
                  </a:txBody>
                  <a:tcPr anchor="ctr">
                    <a:solidFill>
                      <a:srgbClr val="FFFFFF"/>
                    </a:solidFill>
                  </a:tcPr>
                </a:tc>
                <a:tc>
                  <a:txBody>
                    <a:bodyPr/>
                    <a:lstStyle/>
                    <a:p>
                      <a:pPr algn="ctr"/>
                      <a:r>
                        <a:rPr sz="1800" b="0">
                          <a:solidFill>
                            <a:srgbClr val="000000"/>
                          </a:solidFill>
                          <a:latin typeface="Times New Roman"/>
                        </a:rPr>
                        <a:t>14</a:t>
                      </a:r>
                    </a:p>
                  </a:txBody>
                  <a:tcPr anchor="ctr">
                    <a:solidFill>
                      <a:srgbClr val="FFFFFF"/>
                    </a:solidFill>
                  </a:tcPr>
                </a:tc>
                <a:tc>
                  <a:txBody>
                    <a:bodyPr/>
                    <a:lstStyle/>
                    <a:p>
                      <a:pPr algn="ctr"/>
                      <a:r>
                        <a:rPr sz="1800" b="0">
                          <a:solidFill>
                            <a:srgbClr val="000000"/>
                          </a:solidFill>
                          <a:latin typeface="Times New Roman"/>
                        </a:rPr>
                        <a:t>0.48</a:t>
                      </a:r>
                    </a:p>
                  </a:txBody>
                  <a:tcPr anchor="ctr">
                    <a:solidFill>
                      <a:srgbClr val="FFFFFF"/>
                    </a:solidFill>
                  </a:tcPr>
                </a:tc>
                <a:tc>
                  <a:txBody>
                    <a:bodyPr/>
                    <a:lstStyle/>
                    <a:p>
                      <a:pPr algn="ctr"/>
                      <a:r>
                        <a:rPr sz="1800" b="0">
                          <a:solidFill>
                            <a:srgbClr val="000000"/>
                          </a:solidFill>
                          <a:latin typeface="Times New Roman"/>
                        </a:rPr>
                        <a:t>−14.90</a:t>
                      </a:r>
                    </a:p>
                  </a:txBody>
                  <a:tcPr anchor="ctr">
                    <a:solidFill>
                      <a:srgbClr val="FFFFFF"/>
                    </a:solidFill>
                  </a:tcPr>
                </a:tc>
                <a:tc>
                  <a:txBody>
                    <a:bodyPr/>
                    <a:lstStyle/>
                    <a:p>
                      <a:pPr algn="ctr"/>
                      <a:r>
                        <a:rPr sz="1800" b="0">
                          <a:solidFill>
                            <a:srgbClr val="000000"/>
                          </a:solidFill>
                          <a:latin typeface="Times New Roman"/>
                        </a:rPr>
                        <a:t>−22.22</a:t>
                      </a:r>
                    </a:p>
                  </a:txBody>
                  <a:tcPr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02920" y="256032"/>
            <a:ext cx="11183112" cy="658368"/>
          </a:xfrm>
          <a:prstGeom prst="rect">
            <a:avLst/>
          </a:prstGeom>
          <a:noFill/>
        </p:spPr>
        <p:txBody>
          <a:bodyPr wrap="square" lIns="0" tIns="0" rIns="0" bIns="0" anchor="ctr">
            <a:spAutoFit/>
          </a:bodyPr>
          <a:lstStyle/>
          <a:p>
            <a:pPr algn="l">
              <a:spcAft>
                <a:spcPts val="600"/>
              </a:spcAft>
            </a:pPr>
            <a:r>
              <a:rPr sz="2800" b="1">
                <a:solidFill>
                  <a:srgbClr val="800000"/>
                </a:solidFill>
                <a:latin typeface="Times New Roman"/>
              </a:rPr>
              <a:t>7 · Results: Speckle Filtering</a:t>
            </a:r>
          </a:p>
        </p:txBody>
      </p:sp>
      <p:sp>
        <p:nvSpPr>
          <p:cNvPr id="3" name="Subtitle"/>
          <p:cNvSpPr txBox="1"/>
          <p:nvPr/>
        </p:nvSpPr>
        <p:spPr>
          <a:xfrm>
            <a:off x="502920" y="960120"/>
            <a:ext cx="11183112" cy="457200"/>
          </a:xfrm>
          <a:prstGeom prst="rect">
            <a:avLst/>
          </a:prstGeom>
          <a:noFill/>
        </p:spPr>
        <p:txBody>
          <a:bodyPr wrap="square" lIns="0" tIns="0" rIns="0" bIns="0" anchor="ctr">
            <a:spAutoFit/>
          </a:bodyPr>
          <a:lstStyle/>
          <a:p>
            <a:pPr algn="l">
              <a:spcAft>
                <a:spcPts val="600"/>
              </a:spcAft>
            </a:pPr>
            <a:r>
              <a:rPr sz="2000" b="1">
                <a:solidFill>
                  <a:srgbClr val="000000"/>
                </a:solidFill>
                <a:latin typeface="Times New Roman"/>
              </a:rPr>
              <a:t>The Lee filter cuts VV noise by about 20% and keeps the mean.</a:t>
            </a:r>
          </a:p>
        </p:txBody>
      </p:sp>
      <p:pic>
        <p:nvPicPr>
          <p:cNvPr id="4" name="Picture 3" descr="week4_real_sar_despeckle.png"/>
          <p:cNvPicPr>
            <a:picLocks noChangeAspect="1"/>
          </p:cNvPicPr>
          <p:nvPr/>
        </p:nvPicPr>
        <p:blipFill>
          <a:blip r:embed="rId3"/>
          <a:stretch>
            <a:fillRect/>
          </a:stretch>
        </p:blipFill>
        <p:spPr>
          <a:xfrm>
            <a:off x="502920" y="1554480"/>
            <a:ext cx="4526280" cy="4526280"/>
          </a:xfrm>
          <a:prstGeom prst="rect">
            <a:avLst/>
          </a:prstGeom>
        </p:spPr>
      </p:pic>
      <p:sp>
        <p:nvSpPr>
          <p:cNvPr id="5" name="TextBox 4"/>
          <p:cNvSpPr txBox="1"/>
          <p:nvPr/>
        </p:nvSpPr>
        <p:spPr>
          <a:xfrm>
            <a:off x="502920" y="6144768"/>
            <a:ext cx="4754880" cy="365760"/>
          </a:xfrm>
          <a:prstGeom prst="rect">
            <a:avLst/>
          </a:prstGeom>
          <a:noFill/>
        </p:spPr>
        <p:txBody>
          <a:bodyPr wrap="square" lIns="0" tIns="0" rIns="0" bIns="0" anchor="t">
            <a:spAutoFit/>
          </a:bodyPr>
          <a:lstStyle/>
          <a:p>
            <a:pPr algn="l">
              <a:spcAft>
                <a:spcPts val="600"/>
              </a:spcAft>
            </a:pPr>
            <a:r>
              <a:rPr sz="1050" b="0">
                <a:solidFill>
                  <a:srgbClr val="333333"/>
                </a:solidFill>
                <a:latin typeface="Times New Roman"/>
              </a:rPr>
              <a:t>Fig. 2 Real Sentinel-1 composite, Argentina farmland, before and after the Lee filter.</a:t>
            </a:r>
          </a:p>
        </p:txBody>
      </p:sp>
      <p:sp>
        <p:nvSpPr>
          <p:cNvPr id="6" name="Rounded Rectangle 5"/>
          <p:cNvSpPr/>
          <p:nvPr/>
        </p:nvSpPr>
        <p:spPr>
          <a:xfrm>
            <a:off x="5669280" y="1691640"/>
            <a:ext cx="6016752" cy="128016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852160" y="1783080"/>
            <a:ext cx="5669280" cy="685800"/>
          </a:xfrm>
          <a:prstGeom prst="rect">
            <a:avLst/>
          </a:prstGeom>
          <a:noFill/>
        </p:spPr>
        <p:txBody>
          <a:bodyPr wrap="square" lIns="0" tIns="0" rIns="0" bIns="0" anchor="ctr">
            <a:spAutoFit/>
          </a:bodyPr>
          <a:lstStyle/>
          <a:p>
            <a:pPr algn="l">
              <a:spcAft>
                <a:spcPts val="600"/>
              </a:spcAft>
            </a:pPr>
            <a:r>
              <a:rPr sz="3600" b="1">
                <a:solidFill>
                  <a:srgbClr val="800000"/>
                </a:solidFill>
                <a:latin typeface="Times New Roman"/>
              </a:rPr>
              <a:t>1.35 → 1.08 dB</a:t>
            </a:r>
          </a:p>
        </p:txBody>
      </p:sp>
      <p:sp>
        <p:nvSpPr>
          <p:cNvPr id="8" name="TextBox 7"/>
          <p:cNvSpPr txBox="1"/>
          <p:nvPr/>
        </p:nvSpPr>
        <p:spPr>
          <a:xfrm>
            <a:off x="5852160" y="2468880"/>
            <a:ext cx="5669280" cy="365760"/>
          </a:xfrm>
          <a:prstGeom prst="rect">
            <a:avLst/>
          </a:prstGeom>
          <a:noFill/>
        </p:spPr>
        <p:txBody>
          <a:bodyPr wrap="square" lIns="0" tIns="0" rIns="0" bIns="0" anchor="t">
            <a:spAutoFit/>
          </a:bodyPr>
          <a:lstStyle/>
          <a:p>
            <a:pPr algn="l">
              <a:spcAft>
                <a:spcPts val="600"/>
              </a:spcAft>
            </a:pPr>
            <a:r>
              <a:rPr sz="1800" b="0">
                <a:solidFill>
                  <a:srgbClr val="000000"/>
                </a:solidFill>
                <a:latin typeface="Times New Roman"/>
              </a:rPr>
              <a:t>VV standard deviation</a:t>
            </a:r>
          </a:p>
        </p:txBody>
      </p:sp>
      <p:sp>
        <p:nvSpPr>
          <p:cNvPr id="9" name="Rounded Rectangle 8"/>
          <p:cNvSpPr/>
          <p:nvPr/>
        </p:nvSpPr>
        <p:spPr>
          <a:xfrm>
            <a:off x="5669280" y="3108960"/>
            <a:ext cx="6016752" cy="128016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52160" y="3200400"/>
            <a:ext cx="5669280" cy="685800"/>
          </a:xfrm>
          <a:prstGeom prst="rect">
            <a:avLst/>
          </a:prstGeom>
          <a:noFill/>
        </p:spPr>
        <p:txBody>
          <a:bodyPr wrap="square" lIns="0" tIns="0" rIns="0" bIns="0" anchor="ctr">
            <a:spAutoFit/>
          </a:bodyPr>
          <a:lstStyle/>
          <a:p>
            <a:pPr algn="l">
              <a:spcAft>
                <a:spcPts val="600"/>
              </a:spcAft>
            </a:pPr>
            <a:r>
              <a:rPr sz="3600" b="1">
                <a:solidFill>
                  <a:srgbClr val="800000"/>
                </a:solidFill>
                <a:latin typeface="Times New Roman"/>
              </a:rPr>
              <a:t>About 20%</a:t>
            </a:r>
          </a:p>
        </p:txBody>
      </p:sp>
      <p:sp>
        <p:nvSpPr>
          <p:cNvPr id="11" name="TextBox 10"/>
          <p:cNvSpPr txBox="1"/>
          <p:nvPr/>
        </p:nvSpPr>
        <p:spPr>
          <a:xfrm>
            <a:off x="5852160" y="3886200"/>
            <a:ext cx="5669280" cy="365760"/>
          </a:xfrm>
          <a:prstGeom prst="rect">
            <a:avLst/>
          </a:prstGeom>
          <a:noFill/>
        </p:spPr>
        <p:txBody>
          <a:bodyPr wrap="square" lIns="0" tIns="0" rIns="0" bIns="0" anchor="t">
            <a:spAutoFit/>
          </a:bodyPr>
          <a:lstStyle/>
          <a:p>
            <a:pPr algn="l">
              <a:spcAft>
                <a:spcPts val="600"/>
              </a:spcAft>
            </a:pPr>
            <a:r>
              <a:rPr sz="1800" b="0">
                <a:solidFill>
                  <a:srgbClr val="000000"/>
                </a:solidFill>
                <a:latin typeface="Times New Roman"/>
              </a:rPr>
              <a:t>less speckle noise</a:t>
            </a:r>
          </a:p>
        </p:txBody>
      </p:sp>
      <p:sp>
        <p:nvSpPr>
          <p:cNvPr id="12" name="Rounded Rectangle 11"/>
          <p:cNvSpPr/>
          <p:nvPr/>
        </p:nvSpPr>
        <p:spPr>
          <a:xfrm>
            <a:off x="5669280" y="4526280"/>
            <a:ext cx="6016752" cy="128016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52160" y="4617720"/>
            <a:ext cx="5669280" cy="685800"/>
          </a:xfrm>
          <a:prstGeom prst="rect">
            <a:avLst/>
          </a:prstGeom>
          <a:noFill/>
        </p:spPr>
        <p:txBody>
          <a:bodyPr wrap="square" lIns="0" tIns="0" rIns="0" bIns="0" anchor="ctr">
            <a:spAutoFit/>
          </a:bodyPr>
          <a:lstStyle/>
          <a:p>
            <a:pPr algn="l">
              <a:spcAft>
                <a:spcPts val="600"/>
              </a:spcAft>
            </a:pPr>
            <a:r>
              <a:rPr sz="3600" b="1">
                <a:solidFill>
                  <a:srgbClr val="800000"/>
                </a:solidFill>
                <a:latin typeface="Times New Roman"/>
              </a:rPr>
              <a:t>−12.87 dB</a:t>
            </a:r>
          </a:p>
        </p:txBody>
      </p:sp>
      <p:sp>
        <p:nvSpPr>
          <p:cNvPr id="14" name="TextBox 13"/>
          <p:cNvSpPr txBox="1"/>
          <p:nvPr/>
        </p:nvSpPr>
        <p:spPr>
          <a:xfrm>
            <a:off x="5852160" y="5303520"/>
            <a:ext cx="5669280" cy="365760"/>
          </a:xfrm>
          <a:prstGeom prst="rect">
            <a:avLst/>
          </a:prstGeom>
          <a:noFill/>
        </p:spPr>
        <p:txBody>
          <a:bodyPr wrap="square" lIns="0" tIns="0" rIns="0" bIns="0" anchor="t">
            <a:spAutoFit/>
          </a:bodyPr>
          <a:lstStyle/>
          <a:p>
            <a:pPr algn="l">
              <a:spcAft>
                <a:spcPts val="600"/>
              </a:spcAft>
            </a:pPr>
            <a:r>
              <a:rPr sz="1800" b="0">
                <a:solidFill>
                  <a:srgbClr val="000000"/>
                </a:solidFill>
                <a:latin typeface="Times New Roman"/>
              </a:rPr>
              <a:t>VV mean, unchanged</a:t>
            </a:r>
          </a:p>
        </p:txBody>
      </p:sp>
      <p:sp>
        <p:nvSpPr>
          <p:cNvPr id="15" name="TextBox 14"/>
          <p:cNvSpPr txBox="1"/>
          <p:nvPr/>
        </p:nvSpPr>
        <p:spPr>
          <a:xfrm>
            <a:off x="5669280" y="5989320"/>
            <a:ext cx="6016752" cy="457200"/>
          </a:xfrm>
          <a:prstGeom prst="rect">
            <a:avLst/>
          </a:prstGeom>
          <a:noFill/>
        </p:spPr>
        <p:txBody>
          <a:bodyPr wrap="square" lIns="0" tIns="0" rIns="0" bIns="0" anchor="t">
            <a:spAutoFit/>
          </a:bodyPr>
          <a:lstStyle/>
          <a:p>
            <a:pPr algn="l">
              <a:spcAft>
                <a:spcPts val="600"/>
              </a:spcAft>
            </a:pPr>
            <a:r>
              <a:rPr sz="1600" b="0">
                <a:solidFill>
                  <a:srgbClr val="717171"/>
                </a:solidFill>
                <a:latin typeface="Times New Roman"/>
              </a:rPr>
              <a:t>Test area: 112 x 113 pixels, 5 scenes.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02920" y="256032"/>
            <a:ext cx="11183112" cy="658368"/>
          </a:xfrm>
          <a:prstGeom prst="rect">
            <a:avLst/>
          </a:prstGeom>
          <a:noFill/>
        </p:spPr>
        <p:txBody>
          <a:bodyPr wrap="square" lIns="0" tIns="0" rIns="0" bIns="0" anchor="ctr">
            <a:spAutoFit/>
          </a:bodyPr>
          <a:lstStyle/>
          <a:p>
            <a:pPr algn="l">
              <a:spcAft>
                <a:spcPts val="600"/>
              </a:spcAft>
            </a:pPr>
            <a:r>
              <a:rPr sz="2800" b="1">
                <a:solidFill>
                  <a:srgbClr val="800000"/>
                </a:solidFill>
                <a:latin typeface="Times New Roman"/>
              </a:rPr>
              <a:t>8 · Next Plan</a:t>
            </a:r>
          </a:p>
        </p:txBody>
      </p:sp>
      <p:sp>
        <p:nvSpPr>
          <p:cNvPr id="3" name="Subtitle"/>
          <p:cNvSpPr txBox="1"/>
          <p:nvPr/>
        </p:nvSpPr>
        <p:spPr>
          <a:xfrm>
            <a:off x="502920" y="960120"/>
            <a:ext cx="11183112" cy="457200"/>
          </a:xfrm>
          <a:prstGeom prst="rect">
            <a:avLst/>
          </a:prstGeom>
          <a:noFill/>
        </p:spPr>
        <p:txBody>
          <a:bodyPr wrap="square" lIns="0" tIns="0" rIns="0" bIns="0" anchor="ctr">
            <a:spAutoFit/>
          </a:bodyPr>
          <a:lstStyle/>
          <a:p>
            <a:pPr algn="l">
              <a:spcAft>
                <a:spcPts val="600"/>
              </a:spcAft>
            </a:pPr>
            <a:r>
              <a:rPr sz="2000" b="1">
                <a:solidFill>
                  <a:srgbClr val="000000"/>
                </a:solidFill>
                <a:latin typeface="Times New Roman"/>
              </a:rPr>
              <a:t>From clean images to a classifier by end-sem.</a:t>
            </a:r>
          </a:p>
        </p:txBody>
      </p:sp>
      <p:sp>
        <p:nvSpPr>
          <p:cNvPr id="4" name="Rounded Rectangle 3"/>
          <p:cNvSpPr/>
          <p:nvPr/>
        </p:nvSpPr>
        <p:spPr>
          <a:xfrm>
            <a:off x="502920" y="1737360"/>
            <a:ext cx="3520440" cy="246888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847088"/>
            <a:ext cx="3154680" cy="41148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Features</a:t>
            </a:r>
          </a:p>
        </p:txBody>
      </p:sp>
      <p:sp>
        <p:nvSpPr>
          <p:cNvPr id="6" name="TextBox 5"/>
          <p:cNvSpPr txBox="1"/>
          <p:nvPr/>
        </p:nvSpPr>
        <p:spPr>
          <a:xfrm>
            <a:off x="685800" y="2377439"/>
            <a:ext cx="3154680" cy="1737360"/>
          </a:xfrm>
          <a:prstGeom prst="rect">
            <a:avLst/>
          </a:prstGeom>
          <a:noFill/>
        </p:spPr>
        <p:txBody>
          <a:bodyPr wrap="square" lIns="0" tIns="0" rIns="0" bIns="0" anchor="t">
            <a:spAutoFit/>
          </a:bodyPr>
          <a:lstStyle/>
          <a:p>
            <a:pPr marL="285750" indent="-285750" algn="l">
              <a:spcAft>
                <a:spcPts val="800"/>
              </a:spcAft>
              <a:buFont typeface="Arial"/>
              <a:buChar char="•"/>
            </a:pPr>
            <a:r>
              <a:rPr sz="2400" b="0">
                <a:solidFill>
                  <a:srgbClr val="000000"/>
                </a:solidFill>
                <a:latin typeface="Times New Roman"/>
              </a:rPr>
              <a:t>Peak-season composite</a:t>
            </a:r>
          </a:p>
          <a:p>
            <a:pPr marL="285750" indent="-285750" algn="l">
              <a:spcAft>
                <a:spcPts val="800"/>
              </a:spcAft>
              <a:buFont typeface="Arial"/>
              <a:buChar char="•"/>
            </a:pPr>
            <a:r>
              <a:rPr sz="2400" b="0">
                <a:solidFill>
                  <a:srgbClr val="000000"/>
                </a:solidFill>
                <a:latin typeface="Times New Roman"/>
              </a:rPr>
              <a:t>GLCM texture features</a:t>
            </a:r>
          </a:p>
        </p:txBody>
      </p:sp>
      <p:sp>
        <p:nvSpPr>
          <p:cNvPr id="7" name="Rounded Rectangle 6"/>
          <p:cNvSpPr/>
          <p:nvPr/>
        </p:nvSpPr>
        <p:spPr>
          <a:xfrm>
            <a:off x="4334256" y="1737360"/>
            <a:ext cx="3520440" cy="246888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17136" y="1847088"/>
            <a:ext cx="3154680" cy="41148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Feature table</a:t>
            </a:r>
          </a:p>
        </p:txBody>
      </p:sp>
      <p:sp>
        <p:nvSpPr>
          <p:cNvPr id="9" name="TextBox 8"/>
          <p:cNvSpPr txBox="1"/>
          <p:nvPr/>
        </p:nvSpPr>
        <p:spPr>
          <a:xfrm>
            <a:off x="4517136" y="2377439"/>
            <a:ext cx="3154680" cy="1737360"/>
          </a:xfrm>
          <a:prstGeom prst="rect">
            <a:avLst/>
          </a:prstGeom>
          <a:noFill/>
        </p:spPr>
        <p:txBody>
          <a:bodyPr wrap="square" lIns="0" tIns="0" rIns="0" bIns="0" anchor="t">
            <a:spAutoFit/>
          </a:bodyPr>
          <a:lstStyle/>
          <a:p>
            <a:pPr marL="285750" indent="-285750" algn="l">
              <a:spcAft>
                <a:spcPts val="800"/>
              </a:spcAft>
              <a:buFont typeface="Arial"/>
              <a:buChar char="•"/>
            </a:pPr>
            <a:r>
              <a:rPr sz="2400" b="0">
                <a:solidFill>
                  <a:srgbClr val="000000"/>
                </a:solidFill>
                <a:latin typeface="Times New Roman"/>
              </a:rPr>
              <a:t>Many fields</a:t>
            </a:r>
          </a:p>
          <a:p>
            <a:pPr marL="285750" indent="-285750" algn="l">
              <a:spcAft>
                <a:spcPts val="800"/>
              </a:spcAft>
              <a:buFont typeface="Arial"/>
              <a:buChar char="•"/>
            </a:pPr>
            <a:r>
              <a:rPr sz="2400" b="0">
                <a:solidFill>
                  <a:srgbClr val="000000"/>
                </a:solidFill>
                <a:latin typeface="Times New Roman"/>
              </a:rPr>
              <a:t>Optical, SAR and fused</a:t>
            </a:r>
          </a:p>
        </p:txBody>
      </p:sp>
      <p:cxnSp>
        <p:nvCxnSpPr>
          <p:cNvPr id="10" name="Connector 9"/>
          <p:cNvCxnSpPr/>
          <p:nvPr/>
        </p:nvCxnSpPr>
        <p:spPr>
          <a:xfrm>
            <a:off x="4041648" y="3063240"/>
            <a:ext cx="274320" cy="0"/>
          </a:xfrm>
          <a:prstGeom prst="line">
            <a:avLst/>
          </a:prstGeom>
          <a:ln w="25400">
            <a:solidFill>
              <a:srgbClr val="8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65592" y="1737360"/>
            <a:ext cx="3520440" cy="246888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48472" y="1847088"/>
            <a:ext cx="3154680" cy="41148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Models</a:t>
            </a:r>
          </a:p>
        </p:txBody>
      </p:sp>
      <p:sp>
        <p:nvSpPr>
          <p:cNvPr id="13" name="TextBox 12"/>
          <p:cNvSpPr txBox="1"/>
          <p:nvPr/>
        </p:nvSpPr>
        <p:spPr>
          <a:xfrm>
            <a:off x="8348472" y="2377439"/>
            <a:ext cx="3154680" cy="1737360"/>
          </a:xfrm>
          <a:prstGeom prst="rect">
            <a:avLst/>
          </a:prstGeom>
          <a:noFill/>
        </p:spPr>
        <p:txBody>
          <a:bodyPr wrap="square" lIns="0" tIns="0" rIns="0" bIns="0" anchor="t">
            <a:spAutoFit/>
          </a:bodyPr>
          <a:lstStyle/>
          <a:p>
            <a:pPr marL="285750" indent="-285750" algn="l">
              <a:spcAft>
                <a:spcPts val="800"/>
              </a:spcAft>
              <a:buFont typeface="Arial"/>
              <a:buChar char="•"/>
            </a:pPr>
            <a:r>
              <a:rPr sz="2400" b="0">
                <a:solidFill>
                  <a:srgbClr val="000000"/>
                </a:solidFill>
                <a:latin typeface="Times New Roman"/>
              </a:rPr>
              <a:t>Random Forest</a:t>
            </a:r>
          </a:p>
          <a:p>
            <a:pPr marL="285750" indent="-285750" algn="l">
              <a:spcAft>
                <a:spcPts val="800"/>
              </a:spcAft>
              <a:buFont typeface="Arial"/>
              <a:buChar char="•"/>
            </a:pPr>
            <a:r>
              <a:rPr sz="2400" b="0">
                <a:solidFill>
                  <a:srgbClr val="000000"/>
                </a:solidFill>
                <a:latin typeface="Times New Roman"/>
              </a:rPr>
              <a:t>SVM</a:t>
            </a:r>
          </a:p>
        </p:txBody>
      </p:sp>
      <p:cxnSp>
        <p:nvCxnSpPr>
          <p:cNvPr id="14" name="Connector 13"/>
          <p:cNvCxnSpPr/>
          <p:nvPr/>
        </p:nvCxnSpPr>
        <p:spPr>
          <a:xfrm>
            <a:off x="7872984" y="3063240"/>
            <a:ext cx="274320" cy="0"/>
          </a:xfrm>
          <a:prstGeom prst="line">
            <a:avLst/>
          </a:prstGeom>
          <a:ln w="25400">
            <a:solidFill>
              <a:srgbClr val="8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2920" y="4480560"/>
            <a:ext cx="11183112" cy="182880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590288"/>
            <a:ext cx="10817352" cy="41148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Evaluation</a:t>
            </a:r>
          </a:p>
        </p:txBody>
      </p:sp>
      <p:sp>
        <p:nvSpPr>
          <p:cNvPr id="17" name="TextBox 16"/>
          <p:cNvSpPr txBox="1"/>
          <p:nvPr/>
        </p:nvSpPr>
        <p:spPr>
          <a:xfrm>
            <a:off x="685800" y="5120640"/>
            <a:ext cx="10817352" cy="1097280"/>
          </a:xfrm>
          <a:prstGeom prst="rect">
            <a:avLst/>
          </a:prstGeom>
          <a:noFill/>
        </p:spPr>
        <p:txBody>
          <a:bodyPr wrap="square" lIns="0" tIns="0" rIns="0" bIns="0" anchor="t">
            <a:spAutoFit/>
          </a:bodyPr>
          <a:lstStyle/>
          <a:p>
            <a:pPr marL="285750" indent="-285750" algn="l">
              <a:spcAft>
                <a:spcPts val="800"/>
              </a:spcAft>
              <a:buFont typeface="Arial"/>
              <a:buChar char="•"/>
            </a:pPr>
            <a:r>
              <a:rPr sz="2200" b="0">
                <a:solidFill>
                  <a:srgbClr val="000000"/>
                </a:solidFill>
                <a:latin typeface="Times New Roman"/>
              </a:rPr>
              <a:t>Optical-only, SAR-only and fused settings</a:t>
            </a:r>
          </a:p>
          <a:p>
            <a:pPr marL="285750" indent="-285750" algn="l">
              <a:spcAft>
                <a:spcPts val="800"/>
              </a:spcAft>
              <a:buFont typeface="Arial"/>
              <a:buChar char="•"/>
            </a:pPr>
            <a:r>
              <a:rPr sz="2200" b="0">
                <a:solidFill>
                  <a:srgbClr val="000000"/>
                </a:solidFill>
                <a:latin typeface="Times New Roman"/>
              </a:rPr>
              <a:t>Accuracy, F1-score and confusion matrices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02920" y="256032"/>
            <a:ext cx="11183112" cy="658368"/>
          </a:xfrm>
          <a:prstGeom prst="rect">
            <a:avLst/>
          </a:prstGeom>
          <a:noFill/>
        </p:spPr>
        <p:txBody>
          <a:bodyPr wrap="square" lIns="0" tIns="0" rIns="0" bIns="0" anchor="ctr">
            <a:spAutoFit/>
          </a:bodyPr>
          <a:lstStyle/>
          <a:p>
            <a:pPr algn="l">
              <a:spcAft>
                <a:spcPts val="600"/>
              </a:spcAft>
            </a:pPr>
            <a:r>
              <a:rPr sz="2800" b="1">
                <a:solidFill>
                  <a:srgbClr val="800000"/>
                </a:solidFill>
                <a:latin typeface="Times New Roman"/>
              </a:rPr>
              <a:t>9 · Individual Contribution</a:t>
            </a:r>
          </a:p>
        </p:txBody>
      </p:sp>
      <p:sp>
        <p:nvSpPr>
          <p:cNvPr id="3" name="Subtitle"/>
          <p:cNvSpPr txBox="1"/>
          <p:nvPr/>
        </p:nvSpPr>
        <p:spPr>
          <a:xfrm>
            <a:off x="502920" y="960120"/>
            <a:ext cx="11183112" cy="457200"/>
          </a:xfrm>
          <a:prstGeom prst="rect">
            <a:avLst/>
          </a:prstGeom>
          <a:noFill/>
        </p:spPr>
        <p:txBody>
          <a:bodyPr wrap="square" lIns="0" tIns="0" rIns="0" bIns="0" anchor="ctr">
            <a:spAutoFit/>
          </a:bodyPr>
          <a:lstStyle/>
          <a:p>
            <a:pPr algn="l">
              <a:spcAft>
                <a:spcPts val="600"/>
              </a:spcAft>
            </a:pPr>
            <a:r>
              <a:rPr sz="2000" b="1">
                <a:solidFill>
                  <a:srgbClr val="000000"/>
                </a:solidFill>
                <a:latin typeface="Times New Roman"/>
              </a:rPr>
              <a:t>Each member owns one part of the pipeline.</a:t>
            </a:r>
          </a:p>
        </p:txBody>
      </p:sp>
      <p:sp>
        <p:nvSpPr>
          <p:cNvPr id="4" name="Rounded Rectangle 3"/>
          <p:cNvSpPr/>
          <p:nvPr/>
        </p:nvSpPr>
        <p:spPr>
          <a:xfrm>
            <a:off x="502920" y="1691640"/>
            <a:ext cx="2651760" cy="420624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828800"/>
            <a:ext cx="2286000" cy="45720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Het Patel</a:t>
            </a:r>
          </a:p>
        </p:txBody>
      </p:sp>
      <p:sp>
        <p:nvSpPr>
          <p:cNvPr id="6" name="TextBox 5"/>
          <p:cNvSpPr txBox="1"/>
          <p:nvPr/>
        </p:nvSpPr>
        <p:spPr>
          <a:xfrm>
            <a:off x="685800" y="2331720"/>
            <a:ext cx="2286000" cy="365760"/>
          </a:xfrm>
          <a:prstGeom prst="rect">
            <a:avLst/>
          </a:prstGeom>
          <a:noFill/>
        </p:spPr>
        <p:txBody>
          <a:bodyPr wrap="square" lIns="0" tIns="0" rIns="0" bIns="0" anchor="t">
            <a:spAutoFit/>
          </a:bodyPr>
          <a:lstStyle/>
          <a:p>
            <a:pPr algn="l">
              <a:spcAft>
                <a:spcPts val="600"/>
              </a:spcAft>
            </a:pPr>
            <a:r>
              <a:rPr sz="1600" b="0">
                <a:solidFill>
                  <a:srgbClr val="717171"/>
                </a:solidFill>
                <a:latin typeface="Times New Roman"/>
              </a:rPr>
              <a:t>AU2440266</a:t>
            </a:r>
          </a:p>
        </p:txBody>
      </p:sp>
      <p:sp>
        <p:nvSpPr>
          <p:cNvPr id="7" name="TextBox 6"/>
          <p:cNvSpPr txBox="1"/>
          <p:nvPr/>
        </p:nvSpPr>
        <p:spPr>
          <a:xfrm>
            <a:off x="685800" y="2971800"/>
            <a:ext cx="2286000" cy="3108960"/>
          </a:xfrm>
          <a:prstGeom prst="rect">
            <a:avLst/>
          </a:prstGeom>
          <a:noFill/>
        </p:spPr>
        <p:txBody>
          <a:bodyPr wrap="square" lIns="0" tIns="0" rIns="0" bIns="0" anchor="t">
            <a:spAutoFit/>
          </a:bodyPr>
          <a:lstStyle/>
          <a:p>
            <a:pPr marL="285750" indent="-285750" algn="l">
              <a:spcAft>
                <a:spcPts val="1400"/>
              </a:spcAft>
              <a:buFont typeface="Arial"/>
              <a:buChar char="•"/>
            </a:pPr>
            <a:r>
              <a:rPr sz="2200" b="0">
                <a:solidFill>
                  <a:srgbClr val="000000"/>
                </a:solidFill>
                <a:latin typeface="Times New Roman"/>
              </a:rPr>
              <a:t>Sentinel-1 download</a:t>
            </a:r>
          </a:p>
          <a:p>
            <a:pPr marL="285750" indent="-285750" algn="l">
              <a:spcAft>
                <a:spcPts val="1400"/>
              </a:spcAft>
              <a:buFont typeface="Arial"/>
              <a:buChar char="•"/>
            </a:pPr>
            <a:r>
              <a:rPr sz="2200" b="0">
                <a:solidFill>
                  <a:srgbClr val="000000"/>
                </a:solidFill>
                <a:latin typeface="Times New Roman"/>
              </a:rPr>
              <a:t>Lee filter</a:t>
            </a:r>
          </a:p>
          <a:p>
            <a:pPr marL="285750" indent="-285750" algn="l">
              <a:spcAft>
                <a:spcPts val="1400"/>
              </a:spcAft>
              <a:buFont typeface="Arial"/>
              <a:buChar char="•"/>
            </a:pPr>
            <a:r>
              <a:rPr sz="2200" b="0">
                <a:solidFill>
                  <a:srgbClr val="000000"/>
                </a:solidFill>
                <a:latin typeface="Times New Roman"/>
              </a:rPr>
              <a:t>Grid alignment</a:t>
            </a:r>
          </a:p>
        </p:txBody>
      </p:sp>
      <p:sp>
        <p:nvSpPr>
          <p:cNvPr id="8" name="Rounded Rectangle 7"/>
          <p:cNvSpPr/>
          <p:nvPr/>
        </p:nvSpPr>
        <p:spPr>
          <a:xfrm>
            <a:off x="3346704" y="1691640"/>
            <a:ext cx="2651760" cy="420624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29584" y="1828800"/>
            <a:ext cx="2286000" cy="45720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Dhairya Shah</a:t>
            </a:r>
          </a:p>
        </p:txBody>
      </p:sp>
      <p:sp>
        <p:nvSpPr>
          <p:cNvPr id="10" name="TextBox 9"/>
          <p:cNvSpPr txBox="1"/>
          <p:nvPr/>
        </p:nvSpPr>
        <p:spPr>
          <a:xfrm>
            <a:off x="3529584" y="2331720"/>
            <a:ext cx="2286000" cy="365760"/>
          </a:xfrm>
          <a:prstGeom prst="rect">
            <a:avLst/>
          </a:prstGeom>
          <a:noFill/>
        </p:spPr>
        <p:txBody>
          <a:bodyPr wrap="square" lIns="0" tIns="0" rIns="0" bIns="0" anchor="t">
            <a:spAutoFit/>
          </a:bodyPr>
          <a:lstStyle/>
          <a:p>
            <a:pPr algn="l">
              <a:spcAft>
                <a:spcPts val="600"/>
              </a:spcAft>
            </a:pPr>
            <a:r>
              <a:rPr sz="1600" b="0">
                <a:solidFill>
                  <a:srgbClr val="717171"/>
                </a:solidFill>
                <a:latin typeface="Times New Roman"/>
              </a:rPr>
              <a:t>AU2440128</a:t>
            </a:r>
          </a:p>
        </p:txBody>
      </p:sp>
      <p:sp>
        <p:nvSpPr>
          <p:cNvPr id="11" name="TextBox 10"/>
          <p:cNvSpPr txBox="1"/>
          <p:nvPr/>
        </p:nvSpPr>
        <p:spPr>
          <a:xfrm>
            <a:off x="3529584" y="2971800"/>
            <a:ext cx="2286000" cy="3108960"/>
          </a:xfrm>
          <a:prstGeom prst="rect">
            <a:avLst/>
          </a:prstGeom>
          <a:noFill/>
        </p:spPr>
        <p:txBody>
          <a:bodyPr wrap="square" lIns="0" tIns="0" rIns="0" bIns="0" anchor="t">
            <a:spAutoFit/>
          </a:bodyPr>
          <a:lstStyle/>
          <a:p>
            <a:pPr marL="285750" indent="-285750" algn="l">
              <a:spcAft>
                <a:spcPts val="1400"/>
              </a:spcAft>
              <a:buFont typeface="Arial"/>
              <a:buChar char="•"/>
            </a:pPr>
            <a:r>
              <a:rPr sz="2200" b="0">
                <a:solidFill>
                  <a:srgbClr val="000000"/>
                </a:solidFill>
                <a:latin typeface="Times New Roman"/>
              </a:rPr>
              <a:t>SCL cloud mask</a:t>
            </a:r>
          </a:p>
          <a:p>
            <a:pPr marL="285750" indent="-285750" algn="l">
              <a:spcAft>
                <a:spcPts val="1400"/>
              </a:spcAft>
              <a:buFont typeface="Arial"/>
              <a:buChar char="•"/>
            </a:pPr>
            <a:r>
              <a:rPr sz="2200" b="0">
                <a:solidFill>
                  <a:srgbClr val="000000"/>
                </a:solidFill>
                <a:latin typeface="Times New Roman"/>
              </a:rPr>
              <a:t>Median composite</a:t>
            </a:r>
          </a:p>
          <a:p>
            <a:pPr marL="285750" indent="-285750" algn="l">
              <a:spcAft>
                <a:spcPts val="1400"/>
              </a:spcAft>
              <a:buFont typeface="Arial"/>
              <a:buChar char="•"/>
            </a:pPr>
            <a:r>
              <a:rPr sz="2200" b="0">
                <a:solidFill>
                  <a:srgbClr val="000000"/>
                </a:solidFill>
                <a:latin typeface="Times New Roman"/>
              </a:rPr>
              <a:t>Four indices</a:t>
            </a:r>
          </a:p>
        </p:txBody>
      </p:sp>
      <p:sp>
        <p:nvSpPr>
          <p:cNvPr id="12" name="Rounded Rectangle 11"/>
          <p:cNvSpPr/>
          <p:nvPr/>
        </p:nvSpPr>
        <p:spPr>
          <a:xfrm>
            <a:off x="6190488" y="1691640"/>
            <a:ext cx="2651760" cy="420624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3368" y="1828800"/>
            <a:ext cx="2286000" cy="45720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Jay Daftari</a:t>
            </a:r>
          </a:p>
        </p:txBody>
      </p:sp>
      <p:sp>
        <p:nvSpPr>
          <p:cNvPr id="14" name="TextBox 13"/>
          <p:cNvSpPr txBox="1"/>
          <p:nvPr/>
        </p:nvSpPr>
        <p:spPr>
          <a:xfrm>
            <a:off x="6373368" y="2331720"/>
            <a:ext cx="2286000" cy="365760"/>
          </a:xfrm>
          <a:prstGeom prst="rect">
            <a:avLst/>
          </a:prstGeom>
          <a:noFill/>
        </p:spPr>
        <p:txBody>
          <a:bodyPr wrap="square" lIns="0" tIns="0" rIns="0" bIns="0" anchor="t">
            <a:spAutoFit/>
          </a:bodyPr>
          <a:lstStyle/>
          <a:p>
            <a:pPr algn="l">
              <a:spcAft>
                <a:spcPts val="600"/>
              </a:spcAft>
            </a:pPr>
            <a:r>
              <a:rPr sz="1600" b="0">
                <a:solidFill>
                  <a:srgbClr val="717171"/>
                </a:solidFill>
                <a:latin typeface="Times New Roman"/>
              </a:rPr>
              <a:t>AU2440271</a:t>
            </a:r>
          </a:p>
        </p:txBody>
      </p:sp>
      <p:sp>
        <p:nvSpPr>
          <p:cNvPr id="15" name="TextBox 14"/>
          <p:cNvSpPr txBox="1"/>
          <p:nvPr/>
        </p:nvSpPr>
        <p:spPr>
          <a:xfrm>
            <a:off x="6373368" y="2971800"/>
            <a:ext cx="2286000" cy="3108960"/>
          </a:xfrm>
          <a:prstGeom prst="rect">
            <a:avLst/>
          </a:prstGeom>
          <a:noFill/>
        </p:spPr>
        <p:txBody>
          <a:bodyPr wrap="square" lIns="0" tIns="0" rIns="0" bIns="0" anchor="t">
            <a:spAutoFit/>
          </a:bodyPr>
          <a:lstStyle/>
          <a:p>
            <a:pPr marL="285750" indent="-285750" algn="l">
              <a:spcAft>
                <a:spcPts val="1400"/>
              </a:spcAft>
              <a:buFont typeface="Arial"/>
              <a:buChar char="•"/>
            </a:pPr>
            <a:r>
              <a:rPr sz="2200" b="0">
                <a:solidFill>
                  <a:srgbClr val="000000"/>
                </a:solidFill>
                <a:latin typeface="Times New Roman"/>
              </a:rPr>
              <a:t>Scan of 1302 fields</a:t>
            </a:r>
          </a:p>
          <a:p>
            <a:pPr marL="285750" indent="-285750" algn="l">
              <a:spcAft>
                <a:spcPts val="1400"/>
              </a:spcAft>
              <a:buFont typeface="Arial"/>
              <a:buChar char="•"/>
            </a:pPr>
            <a:r>
              <a:rPr sz="2200" b="0">
                <a:solidFill>
                  <a:srgbClr val="000000"/>
                </a:solidFill>
                <a:latin typeface="Times New Roman"/>
              </a:rPr>
              <a:t>Crop count check</a:t>
            </a:r>
          </a:p>
          <a:p>
            <a:pPr marL="285750" indent="-285750" algn="l">
              <a:spcAft>
                <a:spcPts val="1400"/>
              </a:spcAft>
              <a:buFont typeface="Arial"/>
              <a:buChar char="•"/>
            </a:pPr>
            <a:r>
              <a:rPr sz="2200" b="0">
                <a:solidFill>
                  <a:srgbClr val="000000"/>
                </a:solidFill>
                <a:latin typeface="Times New Roman"/>
              </a:rPr>
              <a:t>Mask fix</a:t>
            </a:r>
          </a:p>
        </p:txBody>
      </p:sp>
      <p:sp>
        <p:nvSpPr>
          <p:cNvPr id="16" name="Rounded Rectangle 15"/>
          <p:cNvSpPr/>
          <p:nvPr/>
        </p:nvSpPr>
        <p:spPr>
          <a:xfrm>
            <a:off x="9034272" y="1691640"/>
            <a:ext cx="2651760" cy="4206240"/>
          </a:xfrm>
          <a:prstGeom prst="roundRect">
            <a:avLst>
              <a:gd name="adj" fmla="val 2000"/>
            </a:avLst>
          </a:prstGeom>
          <a:solidFill>
            <a:srgbClr val="FFFFFF"/>
          </a:solidFill>
          <a:ln w="9525">
            <a:solidFill>
              <a:srgbClr val="D7E1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17152" y="1828800"/>
            <a:ext cx="2286000" cy="457200"/>
          </a:xfrm>
          <a:prstGeom prst="rect">
            <a:avLst/>
          </a:prstGeom>
          <a:noFill/>
        </p:spPr>
        <p:txBody>
          <a:bodyPr wrap="square" lIns="0" tIns="0" rIns="0" bIns="0" anchor="ctr">
            <a:spAutoFit/>
          </a:bodyPr>
          <a:lstStyle/>
          <a:p>
            <a:pPr algn="l">
              <a:spcAft>
                <a:spcPts val="600"/>
              </a:spcAft>
            </a:pPr>
            <a:r>
              <a:rPr sz="2400" b="1">
                <a:solidFill>
                  <a:srgbClr val="800000"/>
                </a:solidFill>
                <a:latin typeface="Times New Roman"/>
              </a:rPr>
              <a:t>Hiya Soni</a:t>
            </a:r>
          </a:p>
        </p:txBody>
      </p:sp>
      <p:sp>
        <p:nvSpPr>
          <p:cNvPr id="18" name="TextBox 17"/>
          <p:cNvSpPr txBox="1"/>
          <p:nvPr/>
        </p:nvSpPr>
        <p:spPr>
          <a:xfrm>
            <a:off x="9217152" y="2331720"/>
            <a:ext cx="2286000" cy="365760"/>
          </a:xfrm>
          <a:prstGeom prst="rect">
            <a:avLst/>
          </a:prstGeom>
          <a:noFill/>
        </p:spPr>
        <p:txBody>
          <a:bodyPr wrap="square" lIns="0" tIns="0" rIns="0" bIns="0" anchor="t">
            <a:spAutoFit/>
          </a:bodyPr>
          <a:lstStyle/>
          <a:p>
            <a:pPr algn="l">
              <a:spcAft>
                <a:spcPts val="600"/>
              </a:spcAft>
            </a:pPr>
            <a:r>
              <a:rPr sz="1600" b="0">
                <a:solidFill>
                  <a:srgbClr val="717171"/>
                </a:solidFill>
                <a:latin typeface="Times New Roman"/>
              </a:rPr>
              <a:t>AU2440084</a:t>
            </a:r>
          </a:p>
        </p:txBody>
      </p:sp>
      <p:sp>
        <p:nvSpPr>
          <p:cNvPr id="19" name="TextBox 18"/>
          <p:cNvSpPr txBox="1"/>
          <p:nvPr/>
        </p:nvSpPr>
        <p:spPr>
          <a:xfrm>
            <a:off x="9217152" y="2971800"/>
            <a:ext cx="2286000" cy="3108960"/>
          </a:xfrm>
          <a:prstGeom prst="rect">
            <a:avLst/>
          </a:prstGeom>
          <a:noFill/>
        </p:spPr>
        <p:txBody>
          <a:bodyPr wrap="square" lIns="0" tIns="0" rIns="0" bIns="0" anchor="t">
            <a:spAutoFit/>
          </a:bodyPr>
          <a:lstStyle/>
          <a:p>
            <a:pPr marL="285750" indent="-285750" algn="l">
              <a:spcAft>
                <a:spcPts val="1400"/>
              </a:spcAft>
              <a:buFont typeface="Arial"/>
              <a:buChar char="•"/>
            </a:pPr>
            <a:r>
              <a:rPr sz="2200" b="0">
                <a:solidFill>
                  <a:srgbClr val="000000"/>
                </a:solidFill>
                <a:latin typeface="Times New Roman"/>
              </a:rPr>
              <a:t>Speckle test</a:t>
            </a:r>
          </a:p>
          <a:p>
            <a:pPr marL="285750" indent="-285750" algn="l">
              <a:spcAft>
                <a:spcPts val="1400"/>
              </a:spcAft>
              <a:buFont typeface="Arial"/>
              <a:buChar char="•"/>
            </a:pPr>
            <a:r>
              <a:rPr sz="2200" b="0">
                <a:solidFill>
                  <a:srgbClr val="000000"/>
                </a:solidFill>
                <a:latin typeface="Times New Roman"/>
              </a:rPr>
              <a:t>Result figures</a:t>
            </a:r>
          </a:p>
          <a:p>
            <a:pPr marL="285750" indent="-285750" algn="l">
              <a:spcAft>
                <a:spcPts val="1400"/>
              </a:spcAft>
              <a:buFont typeface="Arial"/>
              <a:buChar char="•"/>
            </a:pPr>
            <a:r>
              <a:rPr sz="2200" b="0">
                <a:solidFill>
                  <a:srgbClr val="000000"/>
                </a:solidFill>
                <a:latin typeface="Times New Roman"/>
              </a:rPr>
              <a:t>Field summary 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17AD69D-6AB5-4837-89D8-2E1D26BB918F}">
  <we:reference id="wa200010001" version="1.0.0.1" store="en-US" storeType="OMEX"/>
  <we:alternateReferences>
    <we:reference id="wa200010001" version="1.0.0.1" store="en-US" storeType="OMEX"/>
  </we:alternateReferences>
  <we:properties>
    <we:property name="claude.fileId" value="&quot;12146178-207e-45e8-828a-4d78cb6b83d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1181</TotalTime>
  <Words>3745</Words>
  <Application>Microsoft Office PowerPoint</Application>
  <PresentationFormat>Widescreen</PresentationFormat>
  <Paragraphs>341</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Helvetica Neue</vt:lpstr>
      <vt:lpstr>Helvetica Neue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Het  Patel</cp:lastModifiedBy>
  <cp:revision>35</cp:revision>
  <dcterms:created xsi:type="dcterms:W3CDTF">2026-07-11T06:27:40Z</dcterms:created>
  <dcterms:modified xsi:type="dcterms:W3CDTF">2026-10-12T06:19:49Z</dcterms:modified>
</cp:coreProperties>
</file>